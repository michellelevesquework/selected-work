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0" r:id="rId3"/>
    <p:sldMasterId id="214748368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embeddedFontLst>
    <p:embeddedFont>
      <p:font typeface="Roboto Black"/>
      <p:bold r:id="rId17"/>
      <p:boldItalic r:id="rId18"/>
    </p:embeddedFont>
    <p:embeddedFont>
      <p:font typeface="Roboto"/>
      <p:regular r:id="rId19"/>
      <p:bold r:id="rId20"/>
      <p:italic r:id="rId21"/>
      <p:boldItalic r:id="rId22"/>
    </p:embeddedFont>
    <p:embeddedFont>
      <p:font typeface="Lato"/>
      <p:regular r:id="rId23"/>
      <p:bold r:id="rId24"/>
      <p:italic r:id="rId25"/>
      <p:boldItalic r:id="rId26"/>
    </p:embeddedFont>
    <p:embeddedFont>
      <p:font typeface="Roboto Light"/>
      <p:regular r:id="rId27"/>
      <p:bold r:id="rId28"/>
      <p:italic r:id="rId29"/>
      <p:boldItalic r:id="rId30"/>
    </p:embeddedFont>
    <p:embeddedFont>
      <p:font typeface="Helvetica Neue"/>
      <p:regular r:id="rId31"/>
      <p:bold r:id="rId32"/>
      <p:italic r:id="rId33"/>
      <p:boldItalic r:id="rId34"/>
    </p:embeddedFont>
    <p:embeddedFont>
      <p:font typeface="Helvetica Neue Light"/>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22" Type="http://schemas.openxmlformats.org/officeDocument/2006/relationships/font" Target="fonts/Roboto-boldItalic.fntdata"/><Relationship Id="rId21" Type="http://schemas.openxmlformats.org/officeDocument/2006/relationships/font" Target="fonts/Roboto-italic.fntdata"/><Relationship Id="rId24" Type="http://schemas.openxmlformats.org/officeDocument/2006/relationships/font" Target="fonts/Lato-bold.fntdata"/><Relationship Id="rId23" Type="http://schemas.openxmlformats.org/officeDocument/2006/relationships/font" Target="fonts/Lato-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Lato-boldItalic.fntdata"/><Relationship Id="rId25" Type="http://schemas.openxmlformats.org/officeDocument/2006/relationships/font" Target="fonts/Lato-italic.fntdata"/><Relationship Id="rId28" Type="http://schemas.openxmlformats.org/officeDocument/2006/relationships/font" Target="fonts/RobotoLight-bold.fntdata"/><Relationship Id="rId27" Type="http://schemas.openxmlformats.org/officeDocument/2006/relationships/font" Target="fonts/RobotoLight-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Light-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lveticaNeue-regular.fntdata"/><Relationship Id="rId30" Type="http://schemas.openxmlformats.org/officeDocument/2006/relationships/font" Target="fonts/RobotoLight-boldItalic.fntdata"/><Relationship Id="rId11" Type="http://schemas.openxmlformats.org/officeDocument/2006/relationships/slide" Target="slides/slide6.xml"/><Relationship Id="rId33" Type="http://schemas.openxmlformats.org/officeDocument/2006/relationships/font" Target="fonts/HelveticaNeue-italic.fntdata"/><Relationship Id="rId10" Type="http://schemas.openxmlformats.org/officeDocument/2006/relationships/slide" Target="slides/slide5.xml"/><Relationship Id="rId32" Type="http://schemas.openxmlformats.org/officeDocument/2006/relationships/font" Target="fonts/HelveticaNeue-bold.fntdata"/><Relationship Id="rId13" Type="http://schemas.openxmlformats.org/officeDocument/2006/relationships/slide" Target="slides/slide8.xml"/><Relationship Id="rId35" Type="http://schemas.openxmlformats.org/officeDocument/2006/relationships/font" Target="fonts/HelveticaNeueLight-regular.fntdata"/><Relationship Id="rId12" Type="http://schemas.openxmlformats.org/officeDocument/2006/relationships/slide" Target="slides/slide7.xml"/><Relationship Id="rId34" Type="http://schemas.openxmlformats.org/officeDocument/2006/relationships/font" Target="fonts/HelveticaNeue-boldItalic.fntdata"/><Relationship Id="rId15" Type="http://schemas.openxmlformats.org/officeDocument/2006/relationships/slide" Target="slides/slide10.xml"/><Relationship Id="rId37" Type="http://schemas.openxmlformats.org/officeDocument/2006/relationships/font" Target="fonts/HelveticaNeueLight-italic.fntdata"/><Relationship Id="rId14" Type="http://schemas.openxmlformats.org/officeDocument/2006/relationships/slide" Target="slides/slide9.xml"/><Relationship Id="rId36" Type="http://schemas.openxmlformats.org/officeDocument/2006/relationships/font" Target="fonts/HelveticaNeueLight-bold.fntdata"/><Relationship Id="rId17" Type="http://schemas.openxmlformats.org/officeDocument/2006/relationships/font" Target="fonts/RobotoBlack-bold.fntdata"/><Relationship Id="rId16" Type="http://schemas.openxmlformats.org/officeDocument/2006/relationships/slide" Target="slides/slide11.xml"/><Relationship Id="rId38" Type="http://schemas.openxmlformats.org/officeDocument/2006/relationships/font" Target="fonts/HelveticaNeueLight-boldItalic.fntdata"/><Relationship Id="rId19" Type="http://schemas.openxmlformats.org/officeDocument/2006/relationships/font" Target="fonts/Roboto-regular.fntdata"/><Relationship Id="rId18" Type="http://schemas.openxmlformats.org/officeDocument/2006/relationships/font" Target="fonts/RobotoBlack-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CA"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Clr>
                <a:schemeClr val="dk1"/>
              </a:buClr>
              <a:buSzPts val="1400"/>
              <a:buFont typeface="Arial"/>
              <a:buNone/>
            </a:pPr>
            <a:r>
              <a:rPr lang="en-CA" sz="1200">
                <a:solidFill>
                  <a:schemeClr val="dk1"/>
                </a:solidFill>
              </a:rPr>
              <a:t>This process takes the concept of design thinking and applies to a process that can be applied to LXD</a:t>
            </a:r>
            <a:endParaRPr sz="1200">
              <a:solidFill>
                <a:schemeClr val="dk1"/>
              </a:solidFill>
            </a:endParaRPr>
          </a:p>
          <a:p>
            <a:pPr indent="0" lvl="0" marL="0" rtl="0" algn="l">
              <a:lnSpc>
                <a:spcPct val="117999"/>
              </a:lnSpc>
              <a:spcBef>
                <a:spcPts val="0"/>
              </a:spcBef>
              <a:spcAft>
                <a:spcPts val="0"/>
              </a:spcAft>
              <a:buClr>
                <a:schemeClr val="dk1"/>
              </a:buClr>
              <a:buSzPts val="1400"/>
              <a:buFont typeface="Arial"/>
              <a:buNone/>
            </a:pPr>
            <a:r>
              <a:t/>
            </a:r>
            <a:endParaRPr sz="1200">
              <a:solidFill>
                <a:schemeClr val="dk1"/>
              </a:solidFill>
            </a:endParaRPr>
          </a:p>
          <a:p>
            <a:pPr indent="0" lvl="0" marL="0" rtl="0" algn="l">
              <a:lnSpc>
                <a:spcPct val="117999"/>
              </a:lnSpc>
              <a:spcBef>
                <a:spcPts val="0"/>
              </a:spcBef>
              <a:spcAft>
                <a:spcPts val="0"/>
              </a:spcAft>
              <a:buClr>
                <a:schemeClr val="dk1"/>
              </a:buClr>
              <a:buSzPts val="1400"/>
              <a:buFont typeface="Arial"/>
              <a:buNone/>
            </a:pPr>
            <a:r>
              <a:rPr lang="en-CA" sz="1200">
                <a:solidFill>
                  <a:schemeClr val="dk1"/>
                </a:solidFill>
              </a:rPr>
              <a:t>*Note: this is not a linear process</a:t>
            </a:r>
            <a:endParaRPr sz="1200">
              <a:solidFill>
                <a:schemeClr val="dk1"/>
              </a:solidFill>
            </a:endParaRPr>
          </a:p>
          <a:p>
            <a:pPr indent="0" lvl="0" marL="0" rtl="0" algn="l">
              <a:lnSpc>
                <a:spcPct val="117999"/>
              </a:lnSpc>
              <a:spcBef>
                <a:spcPts val="0"/>
              </a:spcBef>
              <a:spcAft>
                <a:spcPts val="0"/>
              </a:spcAft>
              <a:buClr>
                <a:schemeClr val="dk1"/>
              </a:buClr>
              <a:buSzPts val="1400"/>
              <a:buFont typeface="Arial"/>
              <a:buNone/>
            </a:pPr>
            <a:r>
              <a:rPr lang="en-CA" sz="1200">
                <a:solidFill>
                  <a:schemeClr val="dk1"/>
                </a:solidFill>
                <a:latin typeface="Helvetica Neue"/>
                <a:ea typeface="Helvetica Neue"/>
                <a:cs typeface="Helvetica Neue"/>
                <a:sym typeface="Helvetica Neue"/>
              </a:rPr>
              <a:t> </a:t>
            </a:r>
            <a:endParaRPr sz="1200">
              <a:solidFill>
                <a:schemeClr val="dk1"/>
              </a:solidFill>
            </a:endParaRPr>
          </a:p>
          <a:p>
            <a:pPr indent="0" lvl="0" marL="0" marR="0" rtl="0" algn="l">
              <a:lnSpc>
                <a:spcPct val="117999"/>
              </a:lnSpc>
              <a:spcBef>
                <a:spcPts val="0"/>
              </a:spcBef>
              <a:spcAft>
                <a:spcPts val="0"/>
              </a:spcAft>
              <a:buSzPts val="1400"/>
              <a:buNone/>
            </a:pPr>
            <a:r>
              <a:t/>
            </a:r>
            <a:endParaRPr sz="1200">
              <a:latin typeface="Helvetica Neue"/>
              <a:ea typeface="Helvetica Neue"/>
              <a:cs typeface="Helvetica Neue"/>
              <a:sym typeface="Helvetica Neue"/>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Clr>
                <a:schemeClr val="dk1"/>
              </a:buClr>
              <a:buSzPts val="1400"/>
              <a:buFont typeface="Arial"/>
              <a:buNone/>
            </a:pPr>
            <a:r>
              <a:t/>
            </a:r>
            <a:endParaRPr sz="1800">
              <a:solidFill>
                <a:schemeClr val="dk1"/>
              </a:solidFill>
            </a:endParaRPr>
          </a:p>
          <a:p>
            <a:pPr indent="0" lvl="0" marL="0" marR="0" rtl="0" algn="l">
              <a:lnSpc>
                <a:spcPct val="117999"/>
              </a:lnSpc>
              <a:spcBef>
                <a:spcPts val="0"/>
              </a:spcBef>
              <a:spcAft>
                <a:spcPts val="0"/>
              </a:spcAft>
              <a:buSzPts val="1400"/>
              <a:buNone/>
            </a:pPr>
            <a:r>
              <a:t/>
            </a:r>
            <a:endParaRPr sz="18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en-CA" sz="1200">
                <a:solidFill>
                  <a:schemeClr val="dk1"/>
                </a:solidFill>
                <a:latin typeface="Calibri"/>
                <a:ea typeface="Calibri"/>
                <a:cs typeface="Calibri"/>
                <a:sym typeface="Calibri"/>
              </a:rPr>
              <a:t>Scoping &amp; Needs</a:t>
            </a:r>
            <a:endParaRPr sz="1200">
              <a:solidFill>
                <a:schemeClr val="dk1"/>
              </a:solidFill>
              <a:highlight>
                <a:srgbClr val="FFFF00"/>
              </a:highlight>
              <a:latin typeface="Calibri"/>
              <a:ea typeface="Calibri"/>
              <a:cs typeface="Calibri"/>
              <a:sym typeface="Calibri"/>
            </a:endParaRPr>
          </a:p>
          <a:p>
            <a:pPr indent="0" lvl="0" marL="0" rtl="0" algn="l">
              <a:lnSpc>
                <a:spcPct val="117999"/>
              </a:lnSpc>
              <a:spcBef>
                <a:spcPts val="0"/>
              </a:spcBef>
              <a:spcAft>
                <a:spcPts val="0"/>
              </a:spcAft>
              <a:buClr>
                <a:schemeClr val="dk1"/>
              </a:buClr>
              <a:buSzPts val="1400"/>
              <a:buFont typeface="Arial"/>
              <a:buNone/>
            </a:pPr>
            <a:r>
              <a:rPr b="1" lang="en-CA" sz="1200">
                <a:solidFill>
                  <a:schemeClr val="dk1"/>
                </a:solidFill>
                <a:latin typeface="Calibri"/>
                <a:ea typeface="Calibri"/>
                <a:cs typeface="Calibri"/>
                <a:sym typeface="Calibri"/>
              </a:rPr>
              <a:t>aka “savvy start”</a:t>
            </a:r>
            <a:endParaRPr b="1" sz="1200">
              <a:solidFill>
                <a:schemeClr val="dk1"/>
              </a:solidFill>
              <a:latin typeface="Calibri"/>
              <a:ea typeface="Calibri"/>
              <a:cs typeface="Calibri"/>
              <a:sym typeface="Calibri"/>
            </a:endParaRPr>
          </a:p>
          <a:p>
            <a:pPr indent="0" lvl="0" marL="0" marR="0" rtl="0" algn="l">
              <a:lnSpc>
                <a:spcPct val="117999"/>
              </a:lnSpc>
              <a:spcBef>
                <a:spcPts val="0"/>
              </a:spcBef>
              <a:spcAft>
                <a:spcPts val="0"/>
              </a:spcAft>
              <a:buSzPts val="1400"/>
              <a:buNone/>
            </a:pPr>
            <a:r>
              <a:t/>
            </a:r>
            <a:endParaRPr sz="1800"/>
          </a:p>
          <a:p>
            <a:pPr indent="0" lvl="0" marL="0" marR="0" rtl="0" algn="l">
              <a:lnSpc>
                <a:spcPct val="117999"/>
              </a:lnSpc>
              <a:spcBef>
                <a:spcPts val="0"/>
              </a:spcBef>
              <a:spcAft>
                <a:spcPts val="0"/>
              </a:spcAft>
              <a:buSzPts val="1400"/>
              <a:buNone/>
            </a:pPr>
            <a:r>
              <a:rPr b="0" i="0" lang="en-CA" sz="1800" u="none" cap="none" strike="noStrike">
                <a:latin typeface="Helvetica Neue"/>
                <a:ea typeface="Helvetica Neue"/>
                <a:cs typeface="Helvetica Neue"/>
                <a:sym typeface="Helvetica Neue"/>
              </a:rPr>
              <a:t> </a:t>
            </a:r>
            <a:endParaRPr sz="18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f747983d54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g3f747983d54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en-CA" sz="1200">
                <a:solidFill>
                  <a:schemeClr val="dk1"/>
                </a:solidFill>
                <a:latin typeface="Calibri"/>
                <a:ea typeface="Calibri"/>
                <a:cs typeface="Calibri"/>
                <a:sym typeface="Calibri"/>
              </a:rPr>
              <a:t>Scoping &amp; Needs</a:t>
            </a:r>
            <a:endParaRPr sz="1200">
              <a:solidFill>
                <a:schemeClr val="dk1"/>
              </a:solidFill>
              <a:highlight>
                <a:srgbClr val="FFFF00"/>
              </a:highlight>
              <a:latin typeface="Calibri"/>
              <a:ea typeface="Calibri"/>
              <a:cs typeface="Calibri"/>
              <a:sym typeface="Calibri"/>
            </a:endParaRPr>
          </a:p>
          <a:p>
            <a:pPr indent="0" lvl="0" marL="0" rtl="0" algn="l">
              <a:lnSpc>
                <a:spcPct val="117999"/>
              </a:lnSpc>
              <a:spcBef>
                <a:spcPts val="0"/>
              </a:spcBef>
              <a:spcAft>
                <a:spcPts val="0"/>
              </a:spcAft>
              <a:buClr>
                <a:schemeClr val="dk1"/>
              </a:buClr>
              <a:buSzPts val="1400"/>
              <a:buFont typeface="Arial"/>
              <a:buNone/>
            </a:pPr>
            <a:r>
              <a:rPr b="1" lang="en-CA" sz="1200">
                <a:solidFill>
                  <a:schemeClr val="dk1"/>
                </a:solidFill>
                <a:latin typeface="Calibri"/>
                <a:ea typeface="Calibri"/>
                <a:cs typeface="Calibri"/>
                <a:sym typeface="Calibri"/>
              </a:rPr>
              <a:t>aka “savvy start”</a:t>
            </a:r>
            <a:endParaRPr b="1" sz="1200">
              <a:solidFill>
                <a:schemeClr val="dk1"/>
              </a:solidFill>
              <a:latin typeface="Calibri"/>
              <a:ea typeface="Calibri"/>
              <a:cs typeface="Calibri"/>
              <a:sym typeface="Calibri"/>
            </a:endParaRPr>
          </a:p>
          <a:p>
            <a:pPr indent="0" lvl="0" marL="0" marR="0" rtl="0" algn="l">
              <a:lnSpc>
                <a:spcPct val="117999"/>
              </a:lnSpc>
              <a:spcBef>
                <a:spcPts val="0"/>
              </a:spcBef>
              <a:spcAft>
                <a:spcPts val="0"/>
              </a:spcAft>
              <a:buSzPts val="1400"/>
              <a:buNone/>
            </a:pPr>
            <a:r>
              <a:t/>
            </a:r>
            <a:endParaRPr sz="1800"/>
          </a:p>
          <a:p>
            <a:pPr indent="0" lvl="0" marL="0" marR="0" rtl="0" algn="l">
              <a:lnSpc>
                <a:spcPct val="117999"/>
              </a:lnSpc>
              <a:spcBef>
                <a:spcPts val="0"/>
              </a:spcBef>
              <a:spcAft>
                <a:spcPts val="0"/>
              </a:spcAft>
              <a:buSzPts val="1400"/>
              <a:buNone/>
            </a:pPr>
            <a:r>
              <a:rPr b="0" i="0" lang="en-CA" sz="1800" u="none" cap="none" strike="noStrike">
                <a:latin typeface="Helvetica Neue"/>
                <a:ea typeface="Helvetica Neue"/>
                <a:cs typeface="Helvetica Neue"/>
                <a:sym typeface="Helvetica Neue"/>
              </a:rPr>
              <a:t> </a:t>
            </a:r>
            <a:endParaRPr sz="18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Clr>
                <a:schemeClr val="dk1"/>
              </a:buClr>
              <a:buSzPts val="1400"/>
              <a:buFont typeface="Arial"/>
              <a:buNone/>
            </a:pPr>
            <a:r>
              <a:t/>
            </a:r>
            <a:endParaRPr sz="18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9: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lang="en-CA"/>
              <a:t>Collecting all your data</a:t>
            </a:r>
            <a:endParaRPr/>
          </a:p>
        </p:txBody>
      </p:sp>
      <p:sp>
        <p:nvSpPr>
          <p:cNvPr id="190" name="Google Shape;19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1" sz="12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Clr>
                <a:schemeClr val="dk1"/>
              </a:buClr>
              <a:buSzPts val="1400"/>
              <a:buFont typeface="Arial"/>
              <a:buNone/>
            </a:pPr>
            <a:r>
              <a:rPr lang="en-CA" sz="1800">
                <a:latin typeface="Helvetica Neue"/>
                <a:ea typeface="Helvetica Neue"/>
                <a:cs typeface="Helvetica Neue"/>
                <a:sym typeface="Helvetica Neue"/>
              </a:rPr>
              <a:t>Reverse thinking (“how can we make our courses as difficult to navigate for a JAWS user as possible?” vs. “ How can we make our courses more accessible”)</a:t>
            </a:r>
            <a:endParaRPr sz="18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Clr>
                <a:schemeClr val="dk1"/>
              </a:buClr>
              <a:buSzPts val="1400"/>
              <a:buFont typeface="Arial"/>
              <a:buNone/>
            </a:pPr>
            <a:r>
              <a:rPr lang="en-CA" sz="1800">
                <a:latin typeface="Helvetica Neue"/>
                <a:ea typeface="Helvetica Neue"/>
                <a:cs typeface="Helvetica Neue"/>
                <a:sym typeface="Helvetica Neue"/>
              </a:rPr>
              <a:t>Project direction and what you are solving for.</a:t>
            </a:r>
            <a:endParaRPr sz="18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 name="Google Shape;250;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CA" sz="1100">
                <a:solidFill>
                  <a:schemeClr val="dk1"/>
                </a:solidFill>
                <a:latin typeface="Calibri"/>
                <a:ea typeface="Calibri"/>
                <a:cs typeface="Calibri"/>
                <a:sym typeface="Calibri"/>
              </a:rPr>
              <a:t>Throughout the build and release Phase, the team will be rotating through design, develop, prototype, test and review, iterate. (Alpha, Beta, Gold)</a:t>
            </a:r>
            <a:endParaRPr sz="1100">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t/>
            </a:r>
            <a:endParaRPr sz="1100">
              <a:solidFill>
                <a:schemeClr val="dk1"/>
              </a:solidFill>
              <a:latin typeface="Calibri"/>
              <a:ea typeface="Calibri"/>
              <a:cs typeface="Calibri"/>
              <a:sym typeface="Calibri"/>
            </a:endParaRPr>
          </a:p>
          <a:p>
            <a:pPr indent="-69850" lvl="0" marL="0" rtl="0" algn="l">
              <a:lnSpc>
                <a:spcPct val="100000"/>
              </a:lnSpc>
              <a:spcBef>
                <a:spcPts val="0"/>
              </a:spcBef>
              <a:spcAft>
                <a:spcPts val="0"/>
              </a:spcAft>
              <a:buClr>
                <a:schemeClr val="dk1"/>
              </a:buClr>
              <a:buSzPts val="1100"/>
              <a:buChar char="•"/>
            </a:pPr>
            <a:r>
              <a:rPr lang="en-CA" sz="1100">
                <a:solidFill>
                  <a:schemeClr val="dk1"/>
                </a:solidFill>
                <a:latin typeface="Calibri"/>
                <a:ea typeface="Calibri"/>
                <a:cs typeface="Calibri"/>
                <a:sym typeface="Calibri"/>
              </a:rPr>
              <a:t>Alpha (PROTOTYPE) PHASE:</a:t>
            </a:r>
            <a:endParaRPr sz="1100">
              <a:solidFill>
                <a:schemeClr val="dk1"/>
              </a:solidFill>
              <a:latin typeface="Calibri"/>
              <a:ea typeface="Calibri"/>
              <a:cs typeface="Calibri"/>
              <a:sym typeface="Calibri"/>
            </a:endParaRPr>
          </a:p>
          <a:p>
            <a:pPr indent="-69850" lvl="0" marL="0" rtl="0" algn="l">
              <a:lnSpc>
                <a:spcPct val="100000"/>
              </a:lnSpc>
              <a:spcBef>
                <a:spcPts val="0"/>
              </a:spcBef>
              <a:spcAft>
                <a:spcPts val="0"/>
              </a:spcAft>
              <a:buClr>
                <a:schemeClr val="dk1"/>
              </a:buClr>
              <a:buSzPts val="1100"/>
              <a:buChar char="•"/>
            </a:pPr>
            <a:r>
              <a:rPr lang="en-CA" sz="1100">
                <a:solidFill>
                  <a:schemeClr val="dk1"/>
                </a:solidFill>
                <a:latin typeface="Calibri"/>
                <a:ea typeface="Calibri"/>
                <a:cs typeface="Calibri"/>
                <a:sym typeface="Calibri"/>
              </a:rPr>
              <a:t>Create a sampling of your design concept in order to bring your vision to life and share with stakeholders to see if it lands / functions / meets expectations.</a:t>
            </a:r>
            <a:endParaRPr sz="1100">
              <a:solidFill>
                <a:schemeClr val="dk1"/>
              </a:solidFill>
              <a:latin typeface="Calibri"/>
              <a:ea typeface="Calibri"/>
              <a:cs typeface="Calibri"/>
              <a:sym typeface="Calibri"/>
            </a:endParaRPr>
          </a:p>
          <a:p>
            <a:pPr indent="-69850" lvl="0" marL="0" rtl="0" algn="l">
              <a:lnSpc>
                <a:spcPct val="100000"/>
              </a:lnSpc>
              <a:spcBef>
                <a:spcPts val="0"/>
              </a:spcBef>
              <a:spcAft>
                <a:spcPts val="0"/>
              </a:spcAft>
              <a:buClr>
                <a:schemeClr val="dk1"/>
              </a:buClr>
              <a:buSzPts val="1100"/>
              <a:buChar char="•"/>
            </a:pPr>
            <a:r>
              <a:rPr lang="en-CA" sz="1100">
                <a:solidFill>
                  <a:schemeClr val="dk1"/>
                </a:solidFill>
                <a:latin typeface="Calibri"/>
                <a:ea typeface="Calibri"/>
                <a:cs typeface="Calibri"/>
                <a:sym typeface="Calibri"/>
              </a:rPr>
              <a:t> Once prototype is developed; it is reviewed and possibly piloted. Feedback from SMEs and/or stakeholders is collected and  QA or functional technical testing is carried out.</a:t>
            </a:r>
            <a:endParaRPr sz="1100">
              <a:solidFill>
                <a:schemeClr val="dk1"/>
              </a:solidFill>
              <a:latin typeface="Calibri"/>
              <a:ea typeface="Calibri"/>
              <a:cs typeface="Calibri"/>
              <a:sym typeface="Calibri"/>
            </a:endParaRPr>
          </a:p>
          <a:p>
            <a:pPr indent="-69850" lvl="0" marL="0" rtl="0" algn="l">
              <a:lnSpc>
                <a:spcPct val="100000"/>
              </a:lnSpc>
              <a:spcBef>
                <a:spcPts val="0"/>
              </a:spcBef>
              <a:spcAft>
                <a:spcPts val="0"/>
              </a:spcAft>
              <a:buClr>
                <a:schemeClr val="dk1"/>
              </a:buClr>
              <a:buSzPts val="1100"/>
              <a:buChar char="•"/>
            </a:pPr>
            <a:r>
              <a:rPr lang="en-CA" sz="1100">
                <a:solidFill>
                  <a:schemeClr val="dk1"/>
                </a:solidFill>
                <a:latin typeface="Calibri"/>
                <a:ea typeface="Calibri"/>
                <a:cs typeface="Calibri"/>
                <a:sym typeface="Calibri"/>
              </a:rPr>
              <a:t>Results are reviewed in order to return to the design phase and improve on what was shipped. </a:t>
            </a:r>
            <a:endParaRPr sz="1100">
              <a:solidFill>
                <a:schemeClr val="dk1"/>
              </a:solidFill>
              <a:latin typeface="Calibri"/>
              <a:ea typeface="Calibri"/>
              <a:cs typeface="Calibri"/>
              <a:sym typeface="Calibri"/>
            </a:endParaRPr>
          </a:p>
          <a:p>
            <a:pPr indent="-69850" lvl="0" marL="0" rtl="0" algn="l">
              <a:lnSpc>
                <a:spcPct val="100000"/>
              </a:lnSpc>
              <a:spcBef>
                <a:spcPts val="0"/>
              </a:spcBef>
              <a:spcAft>
                <a:spcPts val="0"/>
              </a:spcAft>
              <a:buClr>
                <a:schemeClr val="dk1"/>
              </a:buClr>
              <a:buSzPts val="1100"/>
              <a:buChar char="•"/>
            </a:pPr>
            <a:r>
              <a:rPr lang="en-CA" sz="1100">
                <a:solidFill>
                  <a:schemeClr val="dk1"/>
                </a:solidFill>
                <a:latin typeface="Calibri"/>
                <a:ea typeface="Calibri"/>
                <a:cs typeface="Calibri"/>
                <a:sym typeface="Calibri"/>
              </a:rPr>
              <a:t>If all are comfortable with the new direction, build will begin integrating the insights gathered from the prototype.</a:t>
            </a:r>
            <a:endParaRPr sz="1100">
              <a:solidFill>
                <a:schemeClr val="dk1"/>
              </a:solidFill>
              <a:latin typeface="Calibri"/>
              <a:ea typeface="Calibri"/>
              <a:cs typeface="Calibri"/>
              <a:sym typeface="Calibri"/>
            </a:endParaRPr>
          </a:p>
          <a:p>
            <a:pPr indent="-69850" lvl="0" marL="0" rtl="0" algn="l">
              <a:lnSpc>
                <a:spcPct val="100000"/>
              </a:lnSpc>
              <a:spcBef>
                <a:spcPts val="0"/>
              </a:spcBef>
              <a:spcAft>
                <a:spcPts val="0"/>
              </a:spcAft>
              <a:buClr>
                <a:schemeClr val="dk1"/>
              </a:buClr>
              <a:buSzPts val="1100"/>
              <a:buChar char="•"/>
            </a:pPr>
            <a:r>
              <a:rPr lang="en-CA" sz="1100">
                <a:solidFill>
                  <a:schemeClr val="dk1"/>
                </a:solidFill>
                <a:latin typeface="Calibri"/>
                <a:ea typeface="Calibri"/>
                <a:cs typeface="Calibri"/>
                <a:sym typeface="Calibri"/>
              </a:rPr>
              <a:t> a second prototype may be necessary if the first did not land at all. If feedback is aligned generally, build may begin with insights in tow.</a:t>
            </a:r>
            <a:endParaRPr sz="1100">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t/>
            </a:r>
            <a:endParaRPr sz="1100">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CA" sz="1100">
                <a:solidFill>
                  <a:schemeClr val="dk1"/>
                </a:solidFill>
                <a:latin typeface="Calibri"/>
                <a:ea typeface="Calibri"/>
                <a:cs typeface="Calibri"/>
                <a:sym typeface="Calibri"/>
              </a:rPr>
              <a:t>BETA, GOLD PHASE:</a:t>
            </a:r>
            <a:endParaRPr sz="1100">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CA" sz="1100">
                <a:solidFill>
                  <a:schemeClr val="dk1"/>
                </a:solidFill>
                <a:latin typeface="Calibri"/>
                <a:ea typeface="Calibri"/>
                <a:cs typeface="Calibri"/>
                <a:sym typeface="Calibri"/>
              </a:rPr>
              <a:t>Process begins again….but this time it’s smarter.</a:t>
            </a:r>
            <a:br>
              <a:rPr lang="en-CA" sz="1100">
                <a:solidFill>
                  <a:schemeClr val="dk1"/>
                </a:solidFill>
                <a:latin typeface="Calibri"/>
                <a:ea typeface="Calibri"/>
                <a:cs typeface="Calibri"/>
                <a:sym typeface="Calibri"/>
              </a:rPr>
            </a:br>
            <a:r>
              <a:rPr lang="en-CA" sz="1100">
                <a:solidFill>
                  <a:schemeClr val="dk1"/>
                </a:solidFill>
                <a:latin typeface="Calibri"/>
                <a:ea typeface="Calibri"/>
                <a:cs typeface="Calibri"/>
                <a:sym typeface="Calibri"/>
              </a:rPr>
              <a:t>Depending on the modality / modalities, the Build phase may be broken up into different pieces with seperate pieces shipping at different times within the build and release phase, but for simplicity’s sake let’s assume it’s one deliverable.</a:t>
            </a:r>
            <a:endParaRPr sz="1100">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t/>
            </a:r>
            <a:endParaRPr sz="1100">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CA" sz="1100">
                <a:solidFill>
                  <a:schemeClr val="dk1"/>
                </a:solidFill>
                <a:latin typeface="Calibri"/>
                <a:ea typeface="Calibri"/>
                <a:cs typeface="Calibri"/>
                <a:sym typeface="Calibri"/>
              </a:rPr>
              <a:t>Using insights gathered from the prototype or pilot; design is refined and build may begin. </a:t>
            </a:r>
            <a:endParaRPr sz="1100">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CA" sz="1100">
                <a:solidFill>
                  <a:schemeClr val="dk1"/>
                </a:solidFill>
                <a:latin typeface="Calibri"/>
                <a:ea typeface="Calibri"/>
                <a:cs typeface="Calibri"/>
                <a:sym typeface="Calibri"/>
              </a:rPr>
              <a:t>This is where you are analyzing and synthesizing the content in service of the need(s) determined in the earlier phase of this process. And crafting the content to meet this need. </a:t>
            </a:r>
            <a:endParaRPr sz="1100">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t/>
            </a:r>
            <a:endParaRPr sz="1100">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CA" sz="1100">
                <a:solidFill>
                  <a:schemeClr val="dk1"/>
                </a:solidFill>
                <a:latin typeface="Calibri"/>
                <a:ea typeface="Calibri"/>
                <a:cs typeface="Calibri"/>
                <a:sym typeface="Calibri"/>
              </a:rPr>
              <a:t>This iterative process continues in design and development cycles and is reviewed each time a product is ready to “ship”  &gt; These review cycles are completed as Alpha, Beta, Gold each time the solution is reviewed and feedback is provided from SMEs and/or stakeholders or approval is granted - By the time you reach gold your solution should be ready to ship and all necessary sign-offs should have been obtained.</a:t>
            </a:r>
            <a:endParaRPr sz="1100">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t/>
            </a:r>
            <a:endParaRPr sz="1100">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t/>
            </a:r>
            <a:endParaRPr sz="1100">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t/>
            </a:r>
            <a:endParaRPr sz="1100">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CA" sz="1100">
                <a:solidFill>
                  <a:schemeClr val="dk1"/>
                </a:solidFill>
                <a:latin typeface="Calibri"/>
                <a:ea typeface="Calibri"/>
                <a:cs typeface="Calibri"/>
                <a:sym typeface="Calibri"/>
              </a:rPr>
              <a:t>But it doesn’t stop there...</a:t>
            </a:r>
            <a:endParaRPr sz="1100">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t/>
            </a:r>
            <a:endParaRPr sz="1100">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t/>
            </a:r>
            <a:endParaRPr sz="1100">
              <a:solidFill>
                <a:schemeClr val="dk1"/>
              </a:solidFill>
              <a:highlight>
                <a:srgbClr val="FFFF00"/>
              </a:highlight>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t/>
            </a:r>
            <a:endParaRPr sz="1100">
              <a:solidFill>
                <a:schemeClr val="dk1"/>
              </a:solidFill>
            </a:endParaRPr>
          </a:p>
          <a:p>
            <a:pPr indent="0" lvl="0" marL="0" marR="0" rtl="0" algn="l">
              <a:lnSpc>
                <a:spcPct val="117999"/>
              </a:lnSpc>
              <a:spcBef>
                <a:spcPts val="0"/>
              </a:spcBef>
              <a:spcAft>
                <a:spcPts val="0"/>
              </a:spcAft>
              <a:buSzPts val="1400"/>
              <a:buNone/>
            </a:pPr>
            <a:r>
              <a:t/>
            </a:r>
            <a:endParaRPr sz="11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6: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lang="en-CA"/>
              <a:t>Prototype </a:t>
            </a:r>
            <a:endParaRPr/>
          </a:p>
          <a:p>
            <a:pPr indent="0" lvl="0" marL="0" rtl="0" algn="l">
              <a:lnSpc>
                <a:spcPct val="100000"/>
              </a:lnSpc>
              <a:spcBef>
                <a:spcPts val="0"/>
              </a:spcBef>
              <a:spcAft>
                <a:spcPts val="0"/>
              </a:spcAft>
              <a:buSzPts val="1400"/>
              <a:buNone/>
            </a:pPr>
            <a:r>
              <a:rPr lang="en-CA"/>
              <a:t>Low Fidelity - Basic visual representation of a concept, infographic, wireframe - convey visual hierarchy (quick n dirty)</a:t>
            </a:r>
            <a:endParaRPr/>
          </a:p>
          <a:p>
            <a:pPr indent="0" lvl="0" marL="0" rtl="0" algn="l">
              <a:lnSpc>
                <a:spcPct val="100000"/>
              </a:lnSpc>
              <a:spcBef>
                <a:spcPts val="0"/>
              </a:spcBef>
              <a:spcAft>
                <a:spcPts val="0"/>
              </a:spcAft>
              <a:buSzPts val="1400"/>
              <a:buNone/>
            </a:pPr>
            <a:r>
              <a:rPr lang="en-CA"/>
              <a:t>High Fidelity - Small section of a functional digital asset, segment of a classroom offering</a:t>
            </a:r>
            <a:endParaRPr/>
          </a:p>
        </p:txBody>
      </p:sp>
      <p:sp>
        <p:nvSpPr>
          <p:cNvPr id="287" name="Google Shape;287;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Salmon 1" showMasterSp="0">
  <p:cSld name="TITLE_AND_BODY_1_2">
    <p:bg>
      <p:bgPr>
        <a:solidFill>
          <a:srgbClr val="004C3F"/>
        </a:solidFill>
      </p:bgPr>
    </p:bg>
    <p:spTree>
      <p:nvGrpSpPr>
        <p:cNvPr id="13" name="Shape 13"/>
        <p:cNvGrpSpPr/>
        <p:nvPr/>
      </p:nvGrpSpPr>
      <p:grpSpPr>
        <a:xfrm>
          <a:off x="0" y="0"/>
          <a:ext cx="0" cy="0"/>
          <a:chOff x="0" y="0"/>
          <a:chExt cx="0" cy="0"/>
        </a:xfrm>
      </p:grpSpPr>
      <p:cxnSp>
        <p:nvCxnSpPr>
          <p:cNvPr id="14" name="Google Shape;14;p2"/>
          <p:cNvCxnSpPr/>
          <p:nvPr/>
        </p:nvCxnSpPr>
        <p:spPr>
          <a:xfrm>
            <a:off x="303450" y="423127"/>
            <a:ext cx="0" cy="6176400"/>
          </a:xfrm>
          <a:prstGeom prst="straightConnector1">
            <a:avLst/>
          </a:prstGeom>
          <a:noFill/>
          <a:ln cap="flat" cmpd="sng" w="9525">
            <a:solidFill>
              <a:srgbClr val="FFFFFF"/>
            </a:solidFill>
            <a:prstDash val="solid"/>
            <a:round/>
            <a:headEnd len="sm" w="sm" type="none"/>
            <a:tailEnd len="sm" w="sm" type="none"/>
          </a:ln>
        </p:spPr>
      </p:cxnSp>
      <p:cxnSp>
        <p:nvCxnSpPr>
          <p:cNvPr id="15" name="Google Shape;15;p2"/>
          <p:cNvCxnSpPr/>
          <p:nvPr/>
        </p:nvCxnSpPr>
        <p:spPr>
          <a:xfrm>
            <a:off x="1979583" y="423127"/>
            <a:ext cx="0" cy="6176400"/>
          </a:xfrm>
          <a:prstGeom prst="straightConnector1">
            <a:avLst/>
          </a:prstGeom>
          <a:noFill/>
          <a:ln cap="flat" cmpd="sng" w="9525">
            <a:solidFill>
              <a:srgbClr val="FFFFFF"/>
            </a:solidFill>
            <a:prstDash val="solid"/>
            <a:round/>
            <a:headEnd len="sm" w="sm" type="none"/>
            <a:tailEnd len="sm" w="sm" type="none"/>
          </a:ln>
        </p:spPr>
      </p:cxnSp>
      <p:sp>
        <p:nvSpPr>
          <p:cNvPr id="16" name="Google Shape;16;p2"/>
          <p:cNvSpPr txBox="1"/>
          <p:nvPr>
            <p:ph idx="12" type="sldNum"/>
          </p:nvPr>
        </p:nvSpPr>
        <p:spPr>
          <a:xfrm>
            <a:off x="11149145" y="229301"/>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line" showMasterSp="0">
  <p:cSld name="Title - Center_1">
    <p:bg>
      <p:bgPr>
        <a:solidFill>
          <a:srgbClr val="FFFFFF"/>
        </a:solidFill>
      </p:bgPr>
    </p:bg>
    <p:spTree>
      <p:nvGrpSpPr>
        <p:cNvPr id="17" name="Shape 17"/>
        <p:cNvGrpSpPr/>
        <p:nvPr/>
      </p:nvGrpSpPr>
      <p:grpSpPr>
        <a:xfrm>
          <a:off x="0" y="0"/>
          <a:ext cx="0" cy="0"/>
          <a:chOff x="0" y="0"/>
          <a:chExt cx="0" cy="0"/>
        </a:xfrm>
      </p:grpSpPr>
      <p:cxnSp>
        <p:nvCxnSpPr>
          <p:cNvPr id="18" name="Google Shape;18;p3"/>
          <p:cNvCxnSpPr/>
          <p:nvPr/>
        </p:nvCxnSpPr>
        <p:spPr>
          <a:xfrm>
            <a:off x="303450" y="423127"/>
            <a:ext cx="0" cy="6176400"/>
          </a:xfrm>
          <a:prstGeom prst="straightConnector1">
            <a:avLst/>
          </a:prstGeom>
          <a:noFill/>
          <a:ln cap="flat" cmpd="sng" w="9525">
            <a:solidFill>
              <a:srgbClr val="D9D9D9"/>
            </a:solidFill>
            <a:prstDash val="solid"/>
            <a:round/>
            <a:headEnd len="sm" w="sm" type="none"/>
            <a:tailEnd len="sm" w="sm" type="none"/>
          </a:ln>
        </p:spPr>
      </p:cxnSp>
      <p:sp>
        <p:nvSpPr>
          <p:cNvPr id="19" name="Google Shape;19;p3"/>
          <p:cNvSpPr txBox="1"/>
          <p:nvPr>
            <p:ph idx="12" type="sldNum"/>
          </p:nvPr>
        </p:nvSpPr>
        <p:spPr>
          <a:xfrm>
            <a:off x="11149145" y="229301"/>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showMasterSp="0">
  <p:cSld name="Title &amp; Bullets">
    <p:bg>
      <p:bgPr>
        <a:solidFill>
          <a:srgbClr val="FBF7ED"/>
        </a:solidFill>
      </p:bgPr>
    </p:bg>
    <p:spTree>
      <p:nvGrpSpPr>
        <p:cNvPr id="20" name="Shape 20"/>
        <p:cNvGrpSpPr/>
        <p:nvPr/>
      </p:nvGrpSpPr>
      <p:grpSpPr>
        <a:xfrm>
          <a:off x="0" y="0"/>
          <a:ext cx="0" cy="0"/>
          <a:chOff x="0" y="0"/>
          <a:chExt cx="0" cy="0"/>
        </a:xfrm>
      </p:grpSpPr>
      <p:cxnSp>
        <p:nvCxnSpPr>
          <p:cNvPr id="21" name="Google Shape;21;p4"/>
          <p:cNvCxnSpPr/>
          <p:nvPr/>
        </p:nvCxnSpPr>
        <p:spPr>
          <a:xfrm>
            <a:off x="303450" y="423127"/>
            <a:ext cx="0" cy="6176400"/>
          </a:xfrm>
          <a:prstGeom prst="straightConnector1">
            <a:avLst/>
          </a:prstGeom>
          <a:noFill/>
          <a:ln cap="flat" cmpd="sng" w="9525">
            <a:solidFill>
              <a:srgbClr val="D9D9D9"/>
            </a:solidFill>
            <a:prstDash val="solid"/>
            <a:round/>
            <a:headEnd len="sm" w="sm" type="none"/>
            <a:tailEnd len="sm" w="sm" type="none"/>
          </a:ln>
        </p:spPr>
      </p:cxnSp>
      <p:cxnSp>
        <p:nvCxnSpPr>
          <p:cNvPr id="22" name="Google Shape;22;p4"/>
          <p:cNvCxnSpPr/>
          <p:nvPr/>
        </p:nvCxnSpPr>
        <p:spPr>
          <a:xfrm>
            <a:off x="1979583" y="423127"/>
            <a:ext cx="0" cy="6176400"/>
          </a:xfrm>
          <a:prstGeom prst="straightConnector1">
            <a:avLst/>
          </a:prstGeom>
          <a:noFill/>
          <a:ln cap="flat" cmpd="sng" w="9525">
            <a:solidFill>
              <a:srgbClr val="D9D9D9"/>
            </a:solidFill>
            <a:prstDash val="solid"/>
            <a:round/>
            <a:headEnd len="sm" w="sm" type="none"/>
            <a:tailEnd len="sm" w="sm" type="none"/>
          </a:ln>
        </p:spPr>
      </p:cxnSp>
      <p:sp>
        <p:nvSpPr>
          <p:cNvPr id="23" name="Google Shape;23;p4"/>
          <p:cNvSpPr txBox="1"/>
          <p:nvPr>
            <p:ph idx="12" type="sldNum"/>
          </p:nvPr>
        </p:nvSpPr>
        <p:spPr>
          <a:xfrm>
            <a:off x="11149145" y="229301"/>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Yellow" showMasterSp="0">
  <p:cSld name="TITLE_AND_BODY_1_1">
    <p:bg>
      <p:bgPr>
        <a:solidFill>
          <a:srgbClr val="FFCB67"/>
        </a:solidFill>
      </p:bgPr>
    </p:bg>
    <p:spTree>
      <p:nvGrpSpPr>
        <p:cNvPr id="24" name="Shape 24"/>
        <p:cNvGrpSpPr/>
        <p:nvPr/>
      </p:nvGrpSpPr>
      <p:grpSpPr>
        <a:xfrm>
          <a:off x="0" y="0"/>
          <a:ext cx="0" cy="0"/>
          <a:chOff x="0" y="0"/>
          <a:chExt cx="0" cy="0"/>
        </a:xfrm>
      </p:grpSpPr>
      <p:cxnSp>
        <p:nvCxnSpPr>
          <p:cNvPr id="25" name="Google Shape;25;p5"/>
          <p:cNvCxnSpPr/>
          <p:nvPr/>
        </p:nvCxnSpPr>
        <p:spPr>
          <a:xfrm>
            <a:off x="303450" y="423127"/>
            <a:ext cx="0" cy="6176400"/>
          </a:xfrm>
          <a:prstGeom prst="straightConnector1">
            <a:avLst/>
          </a:prstGeom>
          <a:noFill/>
          <a:ln cap="flat" cmpd="sng" w="9525">
            <a:solidFill>
              <a:srgbClr val="FFFFFF"/>
            </a:solidFill>
            <a:prstDash val="solid"/>
            <a:round/>
            <a:headEnd len="sm" w="sm" type="none"/>
            <a:tailEnd len="sm" w="sm" type="none"/>
          </a:ln>
        </p:spPr>
      </p:cxnSp>
      <p:sp>
        <p:nvSpPr>
          <p:cNvPr id="26" name="Google Shape;26;p5"/>
          <p:cNvSpPr txBox="1"/>
          <p:nvPr>
            <p:ph idx="12" type="sldNum"/>
          </p:nvPr>
        </p:nvSpPr>
        <p:spPr>
          <a:xfrm>
            <a:off x="11149145" y="229301"/>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Salmon" showMasterSp="0">
  <p:cSld name="TITLE_AND_BODY_1">
    <p:bg>
      <p:bgPr>
        <a:solidFill>
          <a:srgbClr val="FFA781"/>
        </a:solidFill>
      </p:bgPr>
    </p:bg>
    <p:spTree>
      <p:nvGrpSpPr>
        <p:cNvPr id="27" name="Shape 27"/>
        <p:cNvGrpSpPr/>
        <p:nvPr/>
      </p:nvGrpSpPr>
      <p:grpSpPr>
        <a:xfrm>
          <a:off x="0" y="0"/>
          <a:ext cx="0" cy="0"/>
          <a:chOff x="0" y="0"/>
          <a:chExt cx="0" cy="0"/>
        </a:xfrm>
      </p:grpSpPr>
      <p:cxnSp>
        <p:nvCxnSpPr>
          <p:cNvPr id="28" name="Google Shape;28;p6"/>
          <p:cNvCxnSpPr/>
          <p:nvPr/>
        </p:nvCxnSpPr>
        <p:spPr>
          <a:xfrm>
            <a:off x="303450" y="423127"/>
            <a:ext cx="0" cy="6176400"/>
          </a:xfrm>
          <a:prstGeom prst="straightConnector1">
            <a:avLst/>
          </a:prstGeom>
          <a:noFill/>
          <a:ln cap="flat" cmpd="sng" w="9525">
            <a:solidFill>
              <a:srgbClr val="FFFFFF"/>
            </a:solidFill>
            <a:prstDash val="solid"/>
            <a:round/>
            <a:headEnd len="sm" w="sm" type="none"/>
            <a:tailEnd len="sm" w="sm" type="none"/>
          </a:ln>
        </p:spPr>
      </p:cxnSp>
      <p:sp>
        <p:nvSpPr>
          <p:cNvPr id="29" name="Google Shape;29;p6"/>
          <p:cNvSpPr txBox="1"/>
          <p:nvPr>
            <p:ph idx="12" type="sldNum"/>
          </p:nvPr>
        </p:nvSpPr>
        <p:spPr>
          <a:xfrm>
            <a:off x="11149145" y="229301"/>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Teal" showMasterSp="0">
  <p:cSld name="TITLE_AND_BODY_1_1_1">
    <p:bg>
      <p:bgPr>
        <a:solidFill>
          <a:srgbClr val="90DFD6"/>
        </a:solidFill>
      </p:bgPr>
    </p:bg>
    <p:spTree>
      <p:nvGrpSpPr>
        <p:cNvPr id="30" name="Shape 30"/>
        <p:cNvGrpSpPr/>
        <p:nvPr/>
      </p:nvGrpSpPr>
      <p:grpSpPr>
        <a:xfrm>
          <a:off x="0" y="0"/>
          <a:ext cx="0" cy="0"/>
          <a:chOff x="0" y="0"/>
          <a:chExt cx="0" cy="0"/>
        </a:xfrm>
      </p:grpSpPr>
      <p:cxnSp>
        <p:nvCxnSpPr>
          <p:cNvPr id="31" name="Google Shape;31;p7"/>
          <p:cNvCxnSpPr/>
          <p:nvPr/>
        </p:nvCxnSpPr>
        <p:spPr>
          <a:xfrm>
            <a:off x="303450" y="423127"/>
            <a:ext cx="0" cy="6176400"/>
          </a:xfrm>
          <a:prstGeom prst="straightConnector1">
            <a:avLst/>
          </a:prstGeom>
          <a:noFill/>
          <a:ln cap="flat" cmpd="sng" w="9525">
            <a:solidFill>
              <a:srgbClr val="FFFFFF"/>
            </a:solidFill>
            <a:prstDash val="solid"/>
            <a:round/>
            <a:headEnd len="sm" w="sm" type="none"/>
            <a:tailEnd len="sm" w="sm" type="none"/>
          </a:ln>
        </p:spPr>
      </p:cxnSp>
      <p:sp>
        <p:nvSpPr>
          <p:cNvPr id="32" name="Google Shape;32;p7"/>
          <p:cNvSpPr txBox="1"/>
          <p:nvPr>
            <p:ph idx="12" type="sldNum"/>
          </p:nvPr>
        </p:nvSpPr>
        <p:spPr>
          <a:xfrm>
            <a:off x="11149145" y="229301"/>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extLst>
    <p:ext uri="{DCECCB84-F9BA-43D5-87BE-67443E8EF086}">
      <p15:sldGuideLst>
        <p15:guide id="1" orient="horz" pos="2160">
          <p15:clr>
            <a:srgbClr val="F9AD4C"/>
          </p15:clr>
        </p15:guide>
        <p15:guide id="2" pos="3840">
          <p15:clr>
            <a:srgbClr val="F9AD4C"/>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peaker">
  <p:cSld name="Title &amp; Speaker">
    <p:spTree>
      <p:nvGrpSpPr>
        <p:cNvPr id="33" name="Shape 33"/>
        <p:cNvGrpSpPr/>
        <p:nvPr/>
      </p:nvGrpSpPr>
      <p:grpSpPr>
        <a:xfrm>
          <a:off x="0" y="0"/>
          <a:ext cx="0" cy="0"/>
          <a:chOff x="0" y="0"/>
          <a:chExt cx="0" cy="0"/>
        </a:xfrm>
      </p:grpSpPr>
      <p:pic>
        <p:nvPicPr>
          <p:cNvPr id="34" name="Google Shape;34;p8"/>
          <p:cNvPicPr preferRelativeResize="0"/>
          <p:nvPr/>
        </p:nvPicPr>
        <p:blipFill rotWithShape="1">
          <a:blip r:embed="rId2">
            <a:alphaModFix/>
          </a:blip>
          <a:srcRect b="19" l="0" r="0" t="19"/>
          <a:stretch/>
        </p:blipFill>
        <p:spPr>
          <a:xfrm>
            <a:off x="10164000" y="5838433"/>
            <a:ext cx="1447267" cy="412333"/>
          </a:xfrm>
          <a:prstGeom prst="rect">
            <a:avLst/>
          </a:prstGeom>
          <a:noFill/>
          <a:ln>
            <a:noFill/>
          </a:ln>
        </p:spPr>
      </p:pic>
      <p:sp>
        <p:nvSpPr>
          <p:cNvPr id="35" name="Google Shape;35;p8"/>
          <p:cNvSpPr txBox="1"/>
          <p:nvPr>
            <p:ph idx="12" type="sldNum"/>
          </p:nvPr>
        </p:nvSpPr>
        <p:spPr>
          <a:xfrm>
            <a:off x="11149145" y="229301"/>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lines" showMasterSp="0">
  <p:cSld name="Title - Center">
    <p:bg>
      <p:bgPr>
        <a:solidFill>
          <a:srgbClr val="FFFFFF"/>
        </a:solidFill>
      </p:bgPr>
    </p:bg>
    <p:spTree>
      <p:nvGrpSpPr>
        <p:cNvPr id="36" name="Shape 36"/>
        <p:cNvGrpSpPr/>
        <p:nvPr/>
      </p:nvGrpSpPr>
      <p:grpSpPr>
        <a:xfrm>
          <a:off x="0" y="0"/>
          <a:ext cx="0" cy="0"/>
          <a:chOff x="0" y="0"/>
          <a:chExt cx="0" cy="0"/>
        </a:xfrm>
      </p:grpSpPr>
      <p:cxnSp>
        <p:nvCxnSpPr>
          <p:cNvPr id="37" name="Google Shape;37;p9"/>
          <p:cNvCxnSpPr/>
          <p:nvPr/>
        </p:nvCxnSpPr>
        <p:spPr>
          <a:xfrm>
            <a:off x="303450" y="423127"/>
            <a:ext cx="0" cy="6176400"/>
          </a:xfrm>
          <a:prstGeom prst="straightConnector1">
            <a:avLst/>
          </a:prstGeom>
          <a:noFill/>
          <a:ln cap="flat" cmpd="sng" w="9525">
            <a:solidFill>
              <a:srgbClr val="D9D9D9"/>
            </a:solidFill>
            <a:prstDash val="solid"/>
            <a:round/>
            <a:headEnd len="sm" w="sm" type="none"/>
            <a:tailEnd len="sm" w="sm" type="none"/>
          </a:ln>
        </p:spPr>
      </p:cxnSp>
      <p:cxnSp>
        <p:nvCxnSpPr>
          <p:cNvPr id="38" name="Google Shape;38;p9"/>
          <p:cNvCxnSpPr/>
          <p:nvPr/>
        </p:nvCxnSpPr>
        <p:spPr>
          <a:xfrm>
            <a:off x="1979583" y="423127"/>
            <a:ext cx="0" cy="6176400"/>
          </a:xfrm>
          <a:prstGeom prst="straightConnector1">
            <a:avLst/>
          </a:prstGeom>
          <a:noFill/>
          <a:ln cap="flat" cmpd="sng" w="9525">
            <a:solidFill>
              <a:srgbClr val="D9D9D9"/>
            </a:solidFill>
            <a:prstDash val="solid"/>
            <a:round/>
            <a:headEnd len="sm" w="sm" type="none"/>
            <a:tailEnd len="sm" w="sm" type="none"/>
          </a:ln>
        </p:spPr>
      </p:cxnSp>
      <p:sp>
        <p:nvSpPr>
          <p:cNvPr id="39" name="Google Shape;39;p9"/>
          <p:cNvSpPr txBox="1"/>
          <p:nvPr>
            <p:ph idx="12" type="sldNum"/>
          </p:nvPr>
        </p:nvSpPr>
        <p:spPr>
          <a:xfrm>
            <a:off x="11149145" y="229301"/>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Title - Center_1_1">
    <p:bg>
      <p:bgPr>
        <a:solidFill>
          <a:srgbClr val="FFFFFF"/>
        </a:solidFill>
      </p:bgPr>
    </p:bg>
    <p:spTree>
      <p:nvGrpSpPr>
        <p:cNvPr id="40" name="Shape 40"/>
        <p:cNvGrpSpPr/>
        <p:nvPr/>
      </p:nvGrpSpPr>
      <p:grpSpPr>
        <a:xfrm>
          <a:off x="0" y="0"/>
          <a:ext cx="0" cy="0"/>
          <a:chOff x="0" y="0"/>
          <a:chExt cx="0" cy="0"/>
        </a:xfrm>
      </p:grpSpPr>
      <p:sp>
        <p:nvSpPr>
          <p:cNvPr id="41" name="Google Shape;41;p10"/>
          <p:cNvSpPr txBox="1"/>
          <p:nvPr>
            <p:ph idx="12" type="sldNum"/>
          </p:nvPr>
        </p:nvSpPr>
        <p:spPr>
          <a:xfrm>
            <a:off x="11149145" y="229301"/>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4C3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
    <p:bg>
      <p:bgPr>
        <a:solidFill>
          <a:srgbClr val="FFFFFF"/>
        </a:solidFill>
      </p:bgPr>
    </p:bg>
    <p:spTree>
      <p:nvGrpSpPr>
        <p:cNvPr id="46" name="Shape 46"/>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tx">
  <p:cSld name="TITLE_AND_BODY">
    <p:bg>
      <p:bgPr>
        <a:solidFill>
          <a:srgbClr val="F3F4FA"/>
        </a:solidFill>
      </p:bgPr>
    </p:bg>
    <p:spTree>
      <p:nvGrpSpPr>
        <p:cNvPr id="47" name="Shape 47"/>
        <p:cNvGrpSpPr/>
        <p:nvPr/>
      </p:nvGrpSpPr>
      <p:grpSpPr>
        <a:xfrm>
          <a:off x="0" y="0"/>
          <a:ext cx="0" cy="0"/>
          <a:chOff x="0" y="0"/>
          <a:chExt cx="0" cy="0"/>
        </a:xfrm>
      </p:grpSpPr>
      <p:sp>
        <p:nvSpPr>
          <p:cNvPr id="48" name="Google Shape;48;p13"/>
          <p:cNvSpPr txBox="1"/>
          <p:nvPr>
            <p:ph idx="12" type="sldNum"/>
          </p:nvPr>
        </p:nvSpPr>
        <p:spPr>
          <a:xfrm>
            <a:off x="9633585" y="609600"/>
            <a:ext cx="1948800" cy="255600"/>
          </a:xfrm>
          <a:prstGeom prst="rect">
            <a:avLst/>
          </a:prstGeom>
          <a:noFill/>
          <a:ln>
            <a:noFill/>
          </a:ln>
        </p:spPr>
        <p:txBody>
          <a:bodyPr anchorCtr="0" anchor="t" bIns="35700" lIns="35700" spcFirstLastPara="1" rIns="35700" wrap="square" tIns="35700">
            <a:noAutofit/>
          </a:bodyPr>
          <a:lstStyle>
            <a:lvl1pPr indent="0" lvl="0"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CA"/>
              <a:t>‹#›</a:t>
            </a:fld>
            <a:endParaRPr sz="1300">
              <a:solidFill>
                <a:srgbClr val="004C3F"/>
              </a:solidFill>
              <a:latin typeface="Lato"/>
              <a:ea typeface="Lato"/>
              <a:cs typeface="Lato"/>
              <a:sym typeface="Lat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Salmon" showMasterSp="0">
  <p:cSld name="TITLE_AND_BODY_1">
    <p:bg>
      <p:bgPr>
        <a:solidFill>
          <a:srgbClr val="FB8B8A"/>
        </a:solidFill>
      </p:bgPr>
    </p:bg>
    <p:spTree>
      <p:nvGrpSpPr>
        <p:cNvPr id="49" name="Shape 49"/>
        <p:cNvGrpSpPr/>
        <p:nvPr/>
      </p:nvGrpSpPr>
      <p:grpSpPr>
        <a:xfrm>
          <a:off x="0" y="0"/>
          <a:ext cx="0" cy="0"/>
          <a:chOff x="0" y="0"/>
          <a:chExt cx="0" cy="0"/>
        </a:xfrm>
      </p:grpSpPr>
      <p:sp>
        <p:nvSpPr>
          <p:cNvPr id="50" name="Google Shape;50;p14"/>
          <p:cNvSpPr txBox="1"/>
          <p:nvPr>
            <p:ph idx="12" type="sldNum"/>
          </p:nvPr>
        </p:nvSpPr>
        <p:spPr>
          <a:xfrm>
            <a:off x="9633585" y="609600"/>
            <a:ext cx="1948800" cy="255600"/>
          </a:xfrm>
          <a:prstGeom prst="rect">
            <a:avLst/>
          </a:prstGeom>
          <a:noFill/>
          <a:ln>
            <a:noFill/>
          </a:ln>
        </p:spPr>
        <p:txBody>
          <a:bodyPr anchorCtr="0" anchor="t" bIns="35700" lIns="35700" spcFirstLastPara="1" rIns="35700" wrap="square" tIns="35700">
            <a:noAutofit/>
          </a:bodyPr>
          <a:lstStyle>
            <a:lvl1pPr indent="0" lvl="0"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CA"/>
              <a:t>‹#›</a:t>
            </a:fld>
            <a:endParaRPr sz="1300">
              <a:solidFill>
                <a:srgbClr val="004C3F"/>
              </a:solidFill>
              <a:latin typeface="Lato"/>
              <a:ea typeface="Lato"/>
              <a:cs typeface="Lato"/>
              <a:sym typeface="La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Yellow" showMasterSp="0">
  <p:cSld name="TITLE_AND_BODY_1_1">
    <p:bg>
      <p:bgPr>
        <a:solidFill>
          <a:srgbClr val="FDD991"/>
        </a:solidFill>
      </p:bgPr>
    </p:bg>
    <p:spTree>
      <p:nvGrpSpPr>
        <p:cNvPr id="51" name="Shape 51"/>
        <p:cNvGrpSpPr/>
        <p:nvPr/>
      </p:nvGrpSpPr>
      <p:grpSpPr>
        <a:xfrm>
          <a:off x="0" y="0"/>
          <a:ext cx="0" cy="0"/>
          <a:chOff x="0" y="0"/>
          <a:chExt cx="0" cy="0"/>
        </a:xfrm>
      </p:grpSpPr>
      <p:sp>
        <p:nvSpPr>
          <p:cNvPr id="52" name="Google Shape;52;p15"/>
          <p:cNvSpPr txBox="1"/>
          <p:nvPr>
            <p:ph idx="12" type="sldNum"/>
          </p:nvPr>
        </p:nvSpPr>
        <p:spPr>
          <a:xfrm>
            <a:off x="9633585" y="609600"/>
            <a:ext cx="1948800" cy="255600"/>
          </a:xfrm>
          <a:prstGeom prst="rect">
            <a:avLst/>
          </a:prstGeom>
          <a:noFill/>
          <a:ln>
            <a:noFill/>
          </a:ln>
        </p:spPr>
        <p:txBody>
          <a:bodyPr anchorCtr="0" anchor="t" bIns="35700" lIns="35700" spcFirstLastPara="1" rIns="35700" wrap="square" tIns="35700">
            <a:noAutofit/>
          </a:bodyPr>
          <a:lstStyle>
            <a:lvl1pPr indent="0" lvl="0"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CA"/>
              <a:t>‹#›</a:t>
            </a:fld>
            <a:endParaRPr sz="1300">
              <a:solidFill>
                <a:srgbClr val="004C3F"/>
              </a:solidFill>
              <a:latin typeface="Lato"/>
              <a:ea typeface="Lato"/>
              <a:cs typeface="Lato"/>
              <a:sym typeface="Lat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Teal" showMasterSp="0">
  <p:cSld name="TITLE_AND_BODY_1_1_1">
    <p:bg>
      <p:bgPr>
        <a:solidFill>
          <a:srgbClr val="44BEBF"/>
        </a:solidFill>
      </p:bgPr>
    </p:bg>
    <p:spTree>
      <p:nvGrpSpPr>
        <p:cNvPr id="53" name="Shape 53"/>
        <p:cNvGrpSpPr/>
        <p:nvPr/>
      </p:nvGrpSpPr>
      <p:grpSpPr>
        <a:xfrm>
          <a:off x="0" y="0"/>
          <a:ext cx="0" cy="0"/>
          <a:chOff x="0" y="0"/>
          <a:chExt cx="0" cy="0"/>
        </a:xfrm>
      </p:grpSpPr>
      <p:sp>
        <p:nvSpPr>
          <p:cNvPr id="54" name="Google Shape;54;p16"/>
          <p:cNvSpPr txBox="1"/>
          <p:nvPr>
            <p:ph idx="12" type="sldNum"/>
          </p:nvPr>
        </p:nvSpPr>
        <p:spPr>
          <a:xfrm>
            <a:off x="9633585" y="609600"/>
            <a:ext cx="1948800" cy="255600"/>
          </a:xfrm>
          <a:prstGeom prst="rect">
            <a:avLst/>
          </a:prstGeom>
          <a:noFill/>
          <a:ln>
            <a:noFill/>
          </a:ln>
        </p:spPr>
        <p:txBody>
          <a:bodyPr anchorCtr="0" anchor="t" bIns="35700" lIns="35700" spcFirstLastPara="1" rIns="35700" wrap="square" tIns="35700">
            <a:noAutofit/>
          </a:bodyPr>
          <a:lstStyle>
            <a:lvl1pPr indent="0" lvl="0"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CA"/>
              <a:t>‹#›</a:t>
            </a:fld>
            <a:endParaRPr sz="1300">
              <a:solidFill>
                <a:srgbClr val="004C3F"/>
              </a:solidFill>
              <a:latin typeface="Lato"/>
              <a:ea typeface="Lato"/>
              <a:cs typeface="Lato"/>
              <a:sym typeface="Lato"/>
            </a:endParaRPr>
          </a:p>
        </p:txBody>
      </p:sp>
    </p:spTree>
  </p:cSld>
  <p:clrMapOvr>
    <a:masterClrMapping/>
  </p:clrMapOvr>
  <p:extLst>
    <p:ext uri="{DCECCB84-F9BA-43D5-87BE-67443E8EF086}">
      <p15:sldGuideLst>
        <p15:guide id="1" orient="horz" pos="2160">
          <p15:clr>
            <a:srgbClr val="F9AD4C"/>
          </p15:clr>
        </p15:guide>
        <p15:guide id="2" pos="3840">
          <p15:clr>
            <a:srgbClr val="F9AD4C"/>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peaker">
  <p:cSld name="Title &amp; Speaker">
    <p:spTree>
      <p:nvGrpSpPr>
        <p:cNvPr id="55" name="Shape 55"/>
        <p:cNvGrpSpPr/>
        <p:nvPr/>
      </p:nvGrpSpPr>
      <p:grpSpPr>
        <a:xfrm>
          <a:off x="0" y="0"/>
          <a:ext cx="0" cy="0"/>
          <a:chOff x="0" y="0"/>
          <a:chExt cx="0" cy="0"/>
        </a:xfrm>
      </p:grpSpPr>
      <p:sp>
        <p:nvSpPr>
          <p:cNvPr id="56" name="Google Shape;56;p17"/>
          <p:cNvSpPr txBox="1"/>
          <p:nvPr>
            <p:ph idx="12" type="sldNum"/>
          </p:nvPr>
        </p:nvSpPr>
        <p:spPr>
          <a:xfrm>
            <a:off x="9633585" y="609600"/>
            <a:ext cx="1948800" cy="255600"/>
          </a:xfrm>
          <a:prstGeom prst="rect">
            <a:avLst/>
          </a:prstGeom>
          <a:noFill/>
          <a:ln>
            <a:noFill/>
          </a:ln>
        </p:spPr>
        <p:txBody>
          <a:bodyPr anchorCtr="0" anchor="t" bIns="35700" lIns="35700" spcFirstLastPara="1" rIns="35700" wrap="square" tIns="35700">
            <a:noAutofit/>
          </a:bodyPr>
          <a:lstStyle>
            <a:lvl1pPr indent="0" lvl="0"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CA"/>
              <a:t>‹#›</a:t>
            </a:fld>
            <a:endParaRPr sz="1300">
              <a:solidFill>
                <a:srgbClr val="004C3F"/>
              </a:solidFill>
              <a:latin typeface="Lato"/>
              <a:ea typeface="Lato"/>
              <a:cs typeface="Lato"/>
              <a:sym typeface="Lato"/>
            </a:endParaRPr>
          </a:p>
        </p:txBody>
      </p:sp>
      <p:pic>
        <p:nvPicPr>
          <p:cNvPr id="57" name="Google Shape;57;p17"/>
          <p:cNvPicPr preferRelativeResize="0"/>
          <p:nvPr/>
        </p:nvPicPr>
        <p:blipFill rotWithShape="1">
          <a:blip r:embed="rId2">
            <a:alphaModFix/>
          </a:blip>
          <a:srcRect b="0" l="0" r="0" t="0"/>
          <a:stretch/>
        </p:blipFill>
        <p:spPr>
          <a:xfrm>
            <a:off x="5547367" y="5989366"/>
            <a:ext cx="1088332" cy="310166"/>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Center" showMasterSp="0">
  <p:cSld name="Title - Center">
    <p:bg>
      <p:bgPr>
        <a:solidFill>
          <a:srgbClr val="F3F4FA"/>
        </a:solidFill>
      </p:bgPr>
    </p:bg>
    <p:spTree>
      <p:nvGrpSpPr>
        <p:cNvPr id="58" name="Shape 58"/>
        <p:cNvGrpSpPr/>
        <p:nvPr/>
      </p:nvGrpSpPr>
      <p:grpSpPr>
        <a:xfrm>
          <a:off x="0" y="0"/>
          <a:ext cx="0" cy="0"/>
          <a:chOff x="0" y="0"/>
          <a:chExt cx="0" cy="0"/>
        </a:xfrm>
      </p:grpSpPr>
      <p:sp>
        <p:nvSpPr>
          <p:cNvPr id="59" name="Google Shape;59;p18"/>
          <p:cNvSpPr txBox="1"/>
          <p:nvPr>
            <p:ph idx="1" type="body"/>
          </p:nvPr>
        </p:nvSpPr>
        <p:spPr>
          <a:xfrm>
            <a:off x="1853009" y="2700016"/>
            <a:ext cx="8486100" cy="1064400"/>
          </a:xfrm>
          <a:prstGeom prst="rect">
            <a:avLst/>
          </a:prstGeom>
          <a:noFill/>
          <a:ln>
            <a:noFill/>
          </a:ln>
        </p:spPr>
        <p:txBody>
          <a:bodyPr anchorCtr="0" anchor="ctr" bIns="45700" lIns="45700" spcFirstLastPara="1" rIns="45700" wrap="square" tIns="45700">
            <a:noAutofit/>
          </a:bodyPr>
          <a:lstStyle>
            <a:lvl1pPr indent="-228600" lvl="0" marL="457200" marR="0" algn="ctr">
              <a:lnSpc>
                <a:spcPct val="100000"/>
              </a:lnSpc>
              <a:spcBef>
                <a:spcPts val="0"/>
              </a:spcBef>
              <a:spcAft>
                <a:spcPts val="0"/>
              </a:spcAft>
              <a:buClr>
                <a:srgbClr val="223274"/>
              </a:buClr>
              <a:buSzPts val="1900"/>
              <a:buFont typeface="Roboto"/>
              <a:buNone/>
              <a:defRPr b="1" i="0" sz="6000" u="none" cap="none" strike="noStrike">
                <a:solidFill>
                  <a:srgbClr val="223274"/>
                </a:solidFill>
                <a:latin typeface="Roboto"/>
                <a:ea typeface="Roboto"/>
                <a:cs typeface="Roboto"/>
                <a:sym typeface="Roboto"/>
              </a:defRPr>
            </a:lvl1pPr>
            <a:lvl2pPr indent="-349250" lvl="1" marL="914400" marR="0" algn="l">
              <a:lnSpc>
                <a:spcPct val="100000"/>
              </a:lnSpc>
              <a:spcBef>
                <a:spcPts val="2900"/>
              </a:spcBef>
              <a:spcAft>
                <a:spcPts val="0"/>
              </a:spcAft>
              <a:buClr>
                <a:srgbClr val="000000"/>
              </a:buClr>
              <a:buSzPts val="1900"/>
              <a:buChar char="•"/>
              <a:defRPr i="0" sz="2500" u="none" cap="none" strike="noStrike">
                <a:solidFill>
                  <a:srgbClr val="000000"/>
                </a:solidFill>
              </a:defRPr>
            </a:lvl2pPr>
            <a:lvl3pPr indent="-349250" lvl="2" marL="1371600" marR="0" algn="l">
              <a:lnSpc>
                <a:spcPct val="100000"/>
              </a:lnSpc>
              <a:spcBef>
                <a:spcPts val="2900"/>
              </a:spcBef>
              <a:spcAft>
                <a:spcPts val="0"/>
              </a:spcAft>
              <a:buClr>
                <a:srgbClr val="000000"/>
              </a:buClr>
              <a:buSzPts val="1900"/>
              <a:buChar char="•"/>
              <a:defRPr i="0" sz="2500" u="none" cap="none" strike="noStrike">
                <a:solidFill>
                  <a:srgbClr val="000000"/>
                </a:solidFill>
              </a:defRPr>
            </a:lvl3pPr>
            <a:lvl4pPr indent="-349250" lvl="3" marL="1828800" marR="0" algn="l">
              <a:lnSpc>
                <a:spcPct val="100000"/>
              </a:lnSpc>
              <a:spcBef>
                <a:spcPts val="2900"/>
              </a:spcBef>
              <a:spcAft>
                <a:spcPts val="0"/>
              </a:spcAft>
              <a:buClr>
                <a:srgbClr val="000000"/>
              </a:buClr>
              <a:buSzPts val="1900"/>
              <a:buChar char="•"/>
              <a:defRPr i="0" sz="2500" u="none" cap="none" strike="noStrike">
                <a:solidFill>
                  <a:srgbClr val="000000"/>
                </a:solidFill>
              </a:defRPr>
            </a:lvl4pPr>
            <a:lvl5pPr indent="-349250" lvl="4" marL="2286000" marR="0" algn="l">
              <a:lnSpc>
                <a:spcPct val="100000"/>
              </a:lnSpc>
              <a:spcBef>
                <a:spcPts val="2900"/>
              </a:spcBef>
              <a:spcAft>
                <a:spcPts val="0"/>
              </a:spcAft>
              <a:buClr>
                <a:srgbClr val="000000"/>
              </a:buClr>
              <a:buSzPts val="1900"/>
              <a:buChar char="•"/>
              <a:defRPr i="0" sz="2500" u="none" cap="none" strike="noStrike">
                <a:solidFill>
                  <a:srgbClr val="000000"/>
                </a:solidFill>
              </a:defRPr>
            </a:lvl5pPr>
            <a:lvl6pPr indent="-349250" lvl="5" marL="2743200" marR="0" algn="l">
              <a:lnSpc>
                <a:spcPct val="100000"/>
              </a:lnSpc>
              <a:spcBef>
                <a:spcPts val="2900"/>
              </a:spcBef>
              <a:spcAft>
                <a:spcPts val="0"/>
              </a:spcAft>
              <a:buClr>
                <a:srgbClr val="000000"/>
              </a:buClr>
              <a:buSzPts val="1900"/>
              <a:buChar char="•"/>
              <a:defRPr i="0" sz="2500" u="none" cap="none" strike="noStrike">
                <a:solidFill>
                  <a:srgbClr val="000000"/>
                </a:solidFill>
              </a:defRPr>
            </a:lvl6pPr>
            <a:lvl7pPr indent="-349250" lvl="6" marL="3200400" marR="0" algn="l">
              <a:lnSpc>
                <a:spcPct val="100000"/>
              </a:lnSpc>
              <a:spcBef>
                <a:spcPts val="2900"/>
              </a:spcBef>
              <a:spcAft>
                <a:spcPts val="0"/>
              </a:spcAft>
              <a:buClr>
                <a:srgbClr val="000000"/>
              </a:buClr>
              <a:buSzPts val="1900"/>
              <a:buChar char="•"/>
              <a:defRPr i="0" sz="2500" u="none" cap="none" strike="noStrike">
                <a:solidFill>
                  <a:srgbClr val="000000"/>
                </a:solidFill>
              </a:defRPr>
            </a:lvl7pPr>
            <a:lvl8pPr indent="-349250" lvl="7" marL="3657600" marR="0" algn="l">
              <a:lnSpc>
                <a:spcPct val="100000"/>
              </a:lnSpc>
              <a:spcBef>
                <a:spcPts val="2900"/>
              </a:spcBef>
              <a:spcAft>
                <a:spcPts val="0"/>
              </a:spcAft>
              <a:buClr>
                <a:srgbClr val="000000"/>
              </a:buClr>
              <a:buSzPts val="1900"/>
              <a:buChar char="•"/>
              <a:defRPr i="0" sz="2500" u="none" cap="none" strike="noStrike">
                <a:solidFill>
                  <a:srgbClr val="000000"/>
                </a:solidFill>
              </a:defRPr>
            </a:lvl8pPr>
            <a:lvl9pPr indent="-349250" lvl="8" marL="4114800" marR="0" algn="l">
              <a:lnSpc>
                <a:spcPct val="100000"/>
              </a:lnSpc>
              <a:spcBef>
                <a:spcPts val="2900"/>
              </a:spcBef>
              <a:spcAft>
                <a:spcPts val="0"/>
              </a:spcAft>
              <a:buClr>
                <a:srgbClr val="000000"/>
              </a:buClr>
              <a:buSzPts val="1900"/>
              <a:buChar char="•"/>
              <a:defRPr i="0" sz="2500" u="none" cap="none" strike="noStrike">
                <a:solidFill>
                  <a:srgbClr val="000000"/>
                </a:solidFill>
              </a:defRPr>
            </a:lvl9pPr>
          </a:lstStyle>
          <a:p/>
        </p:txBody>
      </p:sp>
      <p:sp>
        <p:nvSpPr>
          <p:cNvPr id="60" name="Google Shape;60;p18"/>
          <p:cNvSpPr txBox="1"/>
          <p:nvPr>
            <p:ph idx="12" type="sldNum"/>
          </p:nvPr>
        </p:nvSpPr>
        <p:spPr>
          <a:xfrm>
            <a:off x="9633585" y="609600"/>
            <a:ext cx="1948800" cy="255600"/>
          </a:xfrm>
          <a:prstGeom prst="rect">
            <a:avLst/>
          </a:prstGeom>
          <a:noFill/>
          <a:ln>
            <a:noFill/>
          </a:ln>
        </p:spPr>
        <p:txBody>
          <a:bodyPr anchorCtr="0" anchor="t" bIns="35700" lIns="35700" spcFirstLastPara="1" rIns="35700" wrap="square" tIns="35700">
            <a:noAutofit/>
          </a:bodyPr>
          <a:lstStyle>
            <a:lvl1pPr indent="0" lvl="0"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CA"/>
              <a:t>‹#›</a:t>
            </a:fld>
            <a:endParaRPr sz="1300">
              <a:solidFill>
                <a:srgbClr val="004C3F"/>
              </a:solidFill>
              <a:latin typeface="Lato"/>
              <a:ea typeface="Lato"/>
              <a:cs typeface="Lato"/>
              <a:sym typeface="Lat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Point" showMasterSp="0">
  <p:cSld name="Single Point">
    <p:bg>
      <p:bgPr>
        <a:solidFill>
          <a:srgbClr val="223274"/>
        </a:solidFill>
      </p:bgPr>
    </p:bg>
    <p:spTree>
      <p:nvGrpSpPr>
        <p:cNvPr id="61" name="Shape 61"/>
        <p:cNvGrpSpPr/>
        <p:nvPr/>
      </p:nvGrpSpPr>
      <p:grpSpPr>
        <a:xfrm>
          <a:off x="0" y="0"/>
          <a:ext cx="0" cy="0"/>
          <a:chOff x="0" y="0"/>
          <a:chExt cx="0" cy="0"/>
        </a:xfrm>
      </p:grpSpPr>
      <p:sp>
        <p:nvSpPr>
          <p:cNvPr id="62" name="Google Shape;62;p19"/>
          <p:cNvSpPr txBox="1"/>
          <p:nvPr>
            <p:ph idx="1" type="body"/>
          </p:nvPr>
        </p:nvSpPr>
        <p:spPr>
          <a:xfrm>
            <a:off x="2413853" y="2603512"/>
            <a:ext cx="7364400" cy="1650900"/>
          </a:xfrm>
          <a:prstGeom prst="rect">
            <a:avLst/>
          </a:prstGeom>
          <a:noFill/>
          <a:ln>
            <a:noFill/>
          </a:ln>
        </p:spPr>
        <p:txBody>
          <a:bodyPr anchorCtr="0" anchor="t" bIns="45700" lIns="45700" spcFirstLastPara="1" rIns="45700" wrap="square" tIns="45700">
            <a:noAutofit/>
          </a:bodyPr>
          <a:lstStyle>
            <a:lvl1pPr indent="-635000" lvl="0" marL="457200" marR="0" algn="l">
              <a:lnSpc>
                <a:spcPct val="100000"/>
              </a:lnSpc>
              <a:spcBef>
                <a:spcPts val="2900"/>
              </a:spcBef>
              <a:spcAft>
                <a:spcPts val="0"/>
              </a:spcAft>
              <a:buClr>
                <a:srgbClr val="FFFFFF"/>
              </a:buClr>
              <a:buSzPts val="6400"/>
              <a:buFont typeface="Roboto"/>
              <a:buChar char="•"/>
              <a:defRPr b="1" i="0" sz="6400" u="none" cap="none" strike="noStrike">
                <a:solidFill>
                  <a:srgbClr val="FFFFFF"/>
                </a:solidFill>
                <a:latin typeface="Roboto"/>
                <a:ea typeface="Roboto"/>
                <a:cs typeface="Roboto"/>
                <a:sym typeface="Roboto"/>
              </a:defRPr>
            </a:lvl1pPr>
            <a:lvl2pPr indent="-635000" lvl="1" marL="914400" marR="0" algn="l">
              <a:lnSpc>
                <a:spcPct val="100000"/>
              </a:lnSpc>
              <a:spcBef>
                <a:spcPts val="2900"/>
              </a:spcBef>
              <a:spcAft>
                <a:spcPts val="0"/>
              </a:spcAft>
              <a:buClr>
                <a:srgbClr val="FFFFFF"/>
              </a:buClr>
              <a:buSzPts val="6400"/>
              <a:buFont typeface="Roboto"/>
              <a:buChar char="•"/>
              <a:defRPr b="1" i="0" sz="6400" u="none" cap="none" strike="noStrike">
                <a:solidFill>
                  <a:srgbClr val="FFFFFF"/>
                </a:solidFill>
                <a:latin typeface="Roboto"/>
                <a:ea typeface="Roboto"/>
                <a:cs typeface="Roboto"/>
                <a:sym typeface="Roboto"/>
              </a:defRPr>
            </a:lvl2pPr>
            <a:lvl3pPr indent="-635000" lvl="2" marL="1371600" marR="0" algn="l">
              <a:lnSpc>
                <a:spcPct val="100000"/>
              </a:lnSpc>
              <a:spcBef>
                <a:spcPts val="2900"/>
              </a:spcBef>
              <a:spcAft>
                <a:spcPts val="0"/>
              </a:spcAft>
              <a:buClr>
                <a:srgbClr val="FFFFFF"/>
              </a:buClr>
              <a:buSzPts val="6400"/>
              <a:buFont typeface="Roboto"/>
              <a:buChar char="•"/>
              <a:defRPr b="1" i="0" sz="6400" u="none" cap="none" strike="noStrike">
                <a:solidFill>
                  <a:srgbClr val="FFFFFF"/>
                </a:solidFill>
                <a:latin typeface="Roboto"/>
                <a:ea typeface="Roboto"/>
                <a:cs typeface="Roboto"/>
                <a:sym typeface="Roboto"/>
              </a:defRPr>
            </a:lvl3pPr>
            <a:lvl4pPr indent="-635000" lvl="3" marL="1828800" marR="0" algn="l">
              <a:lnSpc>
                <a:spcPct val="100000"/>
              </a:lnSpc>
              <a:spcBef>
                <a:spcPts val="2900"/>
              </a:spcBef>
              <a:spcAft>
                <a:spcPts val="0"/>
              </a:spcAft>
              <a:buClr>
                <a:srgbClr val="FFFFFF"/>
              </a:buClr>
              <a:buSzPts val="6400"/>
              <a:buFont typeface="Roboto"/>
              <a:buChar char="•"/>
              <a:defRPr b="1" i="0" sz="6400" u="none" cap="none" strike="noStrike">
                <a:solidFill>
                  <a:srgbClr val="FFFFFF"/>
                </a:solidFill>
                <a:latin typeface="Roboto"/>
                <a:ea typeface="Roboto"/>
                <a:cs typeface="Roboto"/>
                <a:sym typeface="Roboto"/>
              </a:defRPr>
            </a:lvl4pPr>
            <a:lvl5pPr indent="-635000" lvl="4" marL="2286000" marR="0" algn="l">
              <a:lnSpc>
                <a:spcPct val="100000"/>
              </a:lnSpc>
              <a:spcBef>
                <a:spcPts val="2900"/>
              </a:spcBef>
              <a:spcAft>
                <a:spcPts val="0"/>
              </a:spcAft>
              <a:buClr>
                <a:srgbClr val="FFFFFF"/>
              </a:buClr>
              <a:buSzPts val="6400"/>
              <a:buFont typeface="Roboto"/>
              <a:buChar char="•"/>
              <a:defRPr b="1" i="0" sz="6400" u="none" cap="none" strike="noStrike">
                <a:solidFill>
                  <a:srgbClr val="FFFFFF"/>
                </a:solidFill>
                <a:latin typeface="Roboto"/>
                <a:ea typeface="Roboto"/>
                <a:cs typeface="Roboto"/>
                <a:sym typeface="Roboto"/>
              </a:defRPr>
            </a:lvl5pPr>
            <a:lvl6pPr indent="-635000" lvl="5" marL="2743200" marR="0" algn="l">
              <a:lnSpc>
                <a:spcPct val="100000"/>
              </a:lnSpc>
              <a:spcBef>
                <a:spcPts val="2900"/>
              </a:spcBef>
              <a:spcAft>
                <a:spcPts val="0"/>
              </a:spcAft>
              <a:buClr>
                <a:srgbClr val="FFFFFF"/>
              </a:buClr>
              <a:buSzPts val="6400"/>
              <a:buFont typeface="Roboto"/>
              <a:buChar char="•"/>
              <a:defRPr b="1" i="0" sz="6400" u="none" cap="none" strike="noStrike">
                <a:solidFill>
                  <a:srgbClr val="FFFFFF"/>
                </a:solidFill>
                <a:latin typeface="Roboto"/>
                <a:ea typeface="Roboto"/>
                <a:cs typeface="Roboto"/>
                <a:sym typeface="Roboto"/>
              </a:defRPr>
            </a:lvl6pPr>
            <a:lvl7pPr indent="-635000" lvl="6" marL="3200400" marR="0" algn="l">
              <a:lnSpc>
                <a:spcPct val="100000"/>
              </a:lnSpc>
              <a:spcBef>
                <a:spcPts val="2900"/>
              </a:spcBef>
              <a:spcAft>
                <a:spcPts val="0"/>
              </a:spcAft>
              <a:buClr>
                <a:srgbClr val="FFFFFF"/>
              </a:buClr>
              <a:buSzPts val="6400"/>
              <a:buFont typeface="Roboto"/>
              <a:buChar char="•"/>
              <a:defRPr b="1" i="0" sz="6400" u="none" cap="none" strike="noStrike">
                <a:solidFill>
                  <a:srgbClr val="FFFFFF"/>
                </a:solidFill>
                <a:latin typeface="Roboto"/>
                <a:ea typeface="Roboto"/>
                <a:cs typeface="Roboto"/>
                <a:sym typeface="Roboto"/>
              </a:defRPr>
            </a:lvl7pPr>
            <a:lvl8pPr indent="-635000" lvl="7" marL="3657600" marR="0" algn="l">
              <a:lnSpc>
                <a:spcPct val="100000"/>
              </a:lnSpc>
              <a:spcBef>
                <a:spcPts val="2900"/>
              </a:spcBef>
              <a:spcAft>
                <a:spcPts val="0"/>
              </a:spcAft>
              <a:buClr>
                <a:srgbClr val="FFFFFF"/>
              </a:buClr>
              <a:buSzPts val="6400"/>
              <a:buFont typeface="Roboto"/>
              <a:buChar char="•"/>
              <a:defRPr b="1" i="0" sz="6400" u="none" cap="none" strike="noStrike">
                <a:solidFill>
                  <a:srgbClr val="FFFFFF"/>
                </a:solidFill>
                <a:latin typeface="Roboto"/>
                <a:ea typeface="Roboto"/>
                <a:cs typeface="Roboto"/>
                <a:sym typeface="Roboto"/>
              </a:defRPr>
            </a:lvl8pPr>
            <a:lvl9pPr indent="-635000" lvl="8" marL="4114800" marR="0" algn="l">
              <a:lnSpc>
                <a:spcPct val="100000"/>
              </a:lnSpc>
              <a:spcBef>
                <a:spcPts val="2900"/>
              </a:spcBef>
              <a:spcAft>
                <a:spcPts val="0"/>
              </a:spcAft>
              <a:buClr>
                <a:srgbClr val="FFFFFF"/>
              </a:buClr>
              <a:buSzPts val="6400"/>
              <a:buFont typeface="Roboto"/>
              <a:buChar char="•"/>
              <a:defRPr b="1" i="0" sz="6400" u="none" cap="none" strike="noStrike">
                <a:solidFill>
                  <a:srgbClr val="FFFFFF"/>
                </a:solidFill>
                <a:latin typeface="Roboto"/>
                <a:ea typeface="Roboto"/>
                <a:cs typeface="Roboto"/>
                <a:sym typeface="Roboto"/>
              </a:defRPr>
            </a:lvl9pPr>
          </a:lstStyle>
          <a:p/>
        </p:txBody>
      </p:sp>
      <p:sp>
        <p:nvSpPr>
          <p:cNvPr id="63" name="Google Shape;63;p19"/>
          <p:cNvSpPr txBox="1"/>
          <p:nvPr>
            <p:ph idx="12" type="sldNum"/>
          </p:nvPr>
        </p:nvSpPr>
        <p:spPr>
          <a:xfrm>
            <a:off x="9633585" y="609600"/>
            <a:ext cx="1948800" cy="255600"/>
          </a:xfrm>
          <a:prstGeom prst="rect">
            <a:avLst/>
          </a:prstGeom>
          <a:noFill/>
          <a:ln>
            <a:noFill/>
          </a:ln>
        </p:spPr>
        <p:txBody>
          <a:bodyPr anchorCtr="0" anchor="t" bIns="35700" lIns="35700" spcFirstLastPara="1" rIns="35700" wrap="square" tIns="35700">
            <a:noAutofit/>
          </a:bodyPr>
          <a:lstStyle>
            <a:lvl1pPr indent="0" lvl="0"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CA"/>
              <a:t>‹#›</a:t>
            </a:fld>
            <a:endParaRPr sz="1300">
              <a:solidFill>
                <a:srgbClr val="004C3F"/>
              </a:solidFill>
              <a:latin typeface="Lato"/>
              <a:ea typeface="Lato"/>
              <a:cs typeface="Lato"/>
              <a:sym typeface="Lat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showMasterSp="0">
  <p:cSld name="Title &amp; Bullets">
    <p:bg>
      <p:bgPr>
        <a:solidFill>
          <a:srgbClr val="FFFFFF"/>
        </a:solidFill>
      </p:bgPr>
    </p:bg>
    <p:spTree>
      <p:nvGrpSpPr>
        <p:cNvPr id="64" name="Shape 64"/>
        <p:cNvGrpSpPr/>
        <p:nvPr/>
      </p:nvGrpSpPr>
      <p:grpSpPr>
        <a:xfrm>
          <a:off x="0" y="0"/>
          <a:ext cx="0" cy="0"/>
          <a:chOff x="0" y="0"/>
          <a:chExt cx="0" cy="0"/>
        </a:xfrm>
      </p:grpSpPr>
      <p:sp>
        <p:nvSpPr>
          <p:cNvPr id="65" name="Google Shape;65;p20"/>
          <p:cNvSpPr txBox="1"/>
          <p:nvPr>
            <p:ph idx="1" type="body"/>
          </p:nvPr>
        </p:nvSpPr>
        <p:spPr>
          <a:xfrm>
            <a:off x="2690917" y="2853735"/>
            <a:ext cx="7207200" cy="1655700"/>
          </a:xfrm>
          <a:prstGeom prst="rect">
            <a:avLst/>
          </a:prstGeom>
          <a:noFill/>
          <a:ln>
            <a:noFill/>
          </a:ln>
        </p:spPr>
        <p:txBody>
          <a:bodyPr anchorCtr="0" anchor="ctr" bIns="45700" lIns="45700" spcFirstLastPara="1" rIns="45700" wrap="square" tIns="45700">
            <a:noAutofit/>
          </a:bodyPr>
          <a:lstStyle>
            <a:lvl1pPr indent="-349250" lvl="0" marL="457200" marR="0" algn="l">
              <a:lnSpc>
                <a:spcPct val="100000"/>
              </a:lnSpc>
              <a:spcBef>
                <a:spcPts val="2900"/>
              </a:spcBef>
              <a:spcAft>
                <a:spcPts val="0"/>
              </a:spcAft>
              <a:buClr>
                <a:srgbClr val="FFFFFF"/>
              </a:buClr>
              <a:buSzPts val="1900"/>
              <a:buChar char="•"/>
              <a:defRPr i="0" sz="2500" u="none" cap="none" strike="noStrike">
                <a:solidFill>
                  <a:srgbClr val="FFFFFF"/>
                </a:solidFill>
              </a:defRPr>
            </a:lvl1pPr>
            <a:lvl2pPr indent="-349250" lvl="1" marL="914400" marR="0" algn="l">
              <a:lnSpc>
                <a:spcPct val="100000"/>
              </a:lnSpc>
              <a:spcBef>
                <a:spcPts val="2900"/>
              </a:spcBef>
              <a:spcAft>
                <a:spcPts val="0"/>
              </a:spcAft>
              <a:buClr>
                <a:srgbClr val="FFFFFF"/>
              </a:buClr>
              <a:buSzPts val="1900"/>
              <a:buChar char="•"/>
              <a:defRPr i="0" sz="2500" u="none" cap="none" strike="noStrike">
                <a:solidFill>
                  <a:srgbClr val="FFFFFF"/>
                </a:solidFill>
              </a:defRPr>
            </a:lvl2pPr>
            <a:lvl3pPr indent="-349250" lvl="2" marL="1371600" marR="0" algn="l">
              <a:lnSpc>
                <a:spcPct val="100000"/>
              </a:lnSpc>
              <a:spcBef>
                <a:spcPts val="2900"/>
              </a:spcBef>
              <a:spcAft>
                <a:spcPts val="0"/>
              </a:spcAft>
              <a:buClr>
                <a:srgbClr val="FFFFFF"/>
              </a:buClr>
              <a:buSzPts val="1900"/>
              <a:buChar char="•"/>
              <a:defRPr i="0" sz="2500" u="none" cap="none" strike="noStrike">
                <a:solidFill>
                  <a:srgbClr val="FFFFFF"/>
                </a:solidFill>
              </a:defRPr>
            </a:lvl3pPr>
            <a:lvl4pPr indent="-349250" lvl="3" marL="1828800" marR="0" algn="l">
              <a:lnSpc>
                <a:spcPct val="100000"/>
              </a:lnSpc>
              <a:spcBef>
                <a:spcPts val="2900"/>
              </a:spcBef>
              <a:spcAft>
                <a:spcPts val="0"/>
              </a:spcAft>
              <a:buClr>
                <a:srgbClr val="FFFFFF"/>
              </a:buClr>
              <a:buSzPts val="1900"/>
              <a:buChar char="•"/>
              <a:defRPr i="0" sz="2500" u="none" cap="none" strike="noStrike">
                <a:solidFill>
                  <a:srgbClr val="FFFFFF"/>
                </a:solidFill>
              </a:defRPr>
            </a:lvl4pPr>
            <a:lvl5pPr indent="-349250" lvl="4" marL="2286000" marR="0" algn="l">
              <a:lnSpc>
                <a:spcPct val="100000"/>
              </a:lnSpc>
              <a:spcBef>
                <a:spcPts val="2900"/>
              </a:spcBef>
              <a:spcAft>
                <a:spcPts val="0"/>
              </a:spcAft>
              <a:buClr>
                <a:srgbClr val="FFFFFF"/>
              </a:buClr>
              <a:buSzPts val="1900"/>
              <a:buChar char="•"/>
              <a:defRPr i="0" sz="2500" u="none" cap="none" strike="noStrike">
                <a:solidFill>
                  <a:srgbClr val="FFFFFF"/>
                </a:solidFill>
              </a:defRPr>
            </a:lvl5pPr>
            <a:lvl6pPr indent="-349250" lvl="5" marL="2743200" marR="0" algn="l">
              <a:lnSpc>
                <a:spcPct val="100000"/>
              </a:lnSpc>
              <a:spcBef>
                <a:spcPts val="2900"/>
              </a:spcBef>
              <a:spcAft>
                <a:spcPts val="0"/>
              </a:spcAft>
              <a:buClr>
                <a:srgbClr val="FFFFFF"/>
              </a:buClr>
              <a:buSzPts val="1900"/>
              <a:buChar char="•"/>
              <a:defRPr i="0" sz="2500" u="none" cap="none" strike="noStrike">
                <a:solidFill>
                  <a:srgbClr val="FFFFFF"/>
                </a:solidFill>
              </a:defRPr>
            </a:lvl6pPr>
            <a:lvl7pPr indent="-349250" lvl="6" marL="3200400" marR="0" algn="l">
              <a:lnSpc>
                <a:spcPct val="100000"/>
              </a:lnSpc>
              <a:spcBef>
                <a:spcPts val="2900"/>
              </a:spcBef>
              <a:spcAft>
                <a:spcPts val="0"/>
              </a:spcAft>
              <a:buClr>
                <a:srgbClr val="FFFFFF"/>
              </a:buClr>
              <a:buSzPts val="1900"/>
              <a:buChar char="•"/>
              <a:defRPr i="0" sz="2500" u="none" cap="none" strike="noStrike">
                <a:solidFill>
                  <a:srgbClr val="FFFFFF"/>
                </a:solidFill>
              </a:defRPr>
            </a:lvl7pPr>
            <a:lvl8pPr indent="-349250" lvl="7" marL="3657600" marR="0" algn="l">
              <a:lnSpc>
                <a:spcPct val="100000"/>
              </a:lnSpc>
              <a:spcBef>
                <a:spcPts val="2900"/>
              </a:spcBef>
              <a:spcAft>
                <a:spcPts val="0"/>
              </a:spcAft>
              <a:buClr>
                <a:srgbClr val="FFFFFF"/>
              </a:buClr>
              <a:buSzPts val="1900"/>
              <a:buChar char="•"/>
              <a:defRPr i="0" sz="2500" u="none" cap="none" strike="noStrike">
                <a:solidFill>
                  <a:srgbClr val="FFFFFF"/>
                </a:solidFill>
              </a:defRPr>
            </a:lvl8pPr>
            <a:lvl9pPr indent="-349250" lvl="8" marL="4114800" marR="0" algn="l">
              <a:lnSpc>
                <a:spcPct val="100000"/>
              </a:lnSpc>
              <a:spcBef>
                <a:spcPts val="2900"/>
              </a:spcBef>
              <a:spcAft>
                <a:spcPts val="0"/>
              </a:spcAft>
              <a:buClr>
                <a:srgbClr val="FFFFFF"/>
              </a:buClr>
              <a:buSzPts val="1900"/>
              <a:buChar char="•"/>
              <a:defRPr i="0" sz="2500" u="none" cap="none" strike="noStrike">
                <a:solidFill>
                  <a:srgbClr val="FFFFFF"/>
                </a:solidFill>
              </a:defRPr>
            </a:lvl9pPr>
          </a:lstStyle>
          <a:p/>
        </p:txBody>
      </p:sp>
      <p:sp>
        <p:nvSpPr>
          <p:cNvPr id="66" name="Google Shape;66;p20"/>
          <p:cNvSpPr txBox="1"/>
          <p:nvPr>
            <p:ph idx="2" type="body"/>
          </p:nvPr>
        </p:nvSpPr>
        <p:spPr>
          <a:xfrm>
            <a:off x="2690934" y="2043700"/>
            <a:ext cx="5772900" cy="452400"/>
          </a:xfrm>
          <a:prstGeom prst="rect">
            <a:avLst/>
          </a:prstGeom>
          <a:noFill/>
          <a:ln>
            <a:noFill/>
          </a:ln>
        </p:spPr>
        <p:txBody>
          <a:bodyPr anchorCtr="0" anchor="ctr" bIns="45700" lIns="45700" spcFirstLastPara="1" rIns="45700" wrap="square" tIns="45700">
            <a:noAutofit/>
          </a:bodyPr>
          <a:lstStyle>
            <a:lvl1pPr indent="-228600" lvl="0" marL="457200" marR="0" algn="l">
              <a:lnSpc>
                <a:spcPct val="100000"/>
              </a:lnSpc>
              <a:spcBef>
                <a:spcPts val="0"/>
              </a:spcBef>
              <a:spcAft>
                <a:spcPts val="0"/>
              </a:spcAft>
              <a:buClr>
                <a:srgbClr val="FFFFFF"/>
              </a:buClr>
              <a:buSzPts val="1900"/>
              <a:buFont typeface="Roboto"/>
              <a:buNone/>
              <a:defRPr b="1" i="0" sz="3100" u="none" cap="none" strike="noStrike">
                <a:solidFill>
                  <a:srgbClr val="FFFFFF"/>
                </a:solidFill>
                <a:latin typeface="Roboto"/>
                <a:ea typeface="Roboto"/>
                <a:cs typeface="Roboto"/>
                <a:sym typeface="Roboto"/>
              </a:defRPr>
            </a:lvl1pPr>
            <a:lvl2pPr indent="-349250" lvl="1" marL="914400" marR="0" algn="l">
              <a:lnSpc>
                <a:spcPct val="100000"/>
              </a:lnSpc>
              <a:spcBef>
                <a:spcPts val="2900"/>
              </a:spcBef>
              <a:spcAft>
                <a:spcPts val="0"/>
              </a:spcAft>
              <a:buClr>
                <a:srgbClr val="FFFFFF"/>
              </a:buClr>
              <a:buSzPts val="1900"/>
              <a:buChar char="•"/>
              <a:defRPr i="0" sz="2500" u="none" cap="none" strike="noStrike">
                <a:solidFill>
                  <a:srgbClr val="FFFFFF"/>
                </a:solidFill>
              </a:defRPr>
            </a:lvl2pPr>
            <a:lvl3pPr indent="-349250" lvl="2" marL="1371600" marR="0" algn="l">
              <a:lnSpc>
                <a:spcPct val="100000"/>
              </a:lnSpc>
              <a:spcBef>
                <a:spcPts val="2900"/>
              </a:spcBef>
              <a:spcAft>
                <a:spcPts val="0"/>
              </a:spcAft>
              <a:buClr>
                <a:srgbClr val="FFFFFF"/>
              </a:buClr>
              <a:buSzPts val="1900"/>
              <a:buChar char="•"/>
              <a:defRPr i="0" sz="2500" u="none" cap="none" strike="noStrike">
                <a:solidFill>
                  <a:srgbClr val="FFFFFF"/>
                </a:solidFill>
              </a:defRPr>
            </a:lvl3pPr>
            <a:lvl4pPr indent="-349250" lvl="3" marL="1828800" marR="0" algn="l">
              <a:lnSpc>
                <a:spcPct val="100000"/>
              </a:lnSpc>
              <a:spcBef>
                <a:spcPts val="2900"/>
              </a:spcBef>
              <a:spcAft>
                <a:spcPts val="0"/>
              </a:spcAft>
              <a:buClr>
                <a:srgbClr val="FFFFFF"/>
              </a:buClr>
              <a:buSzPts val="1900"/>
              <a:buChar char="•"/>
              <a:defRPr i="0" sz="2500" u="none" cap="none" strike="noStrike">
                <a:solidFill>
                  <a:srgbClr val="FFFFFF"/>
                </a:solidFill>
              </a:defRPr>
            </a:lvl4pPr>
            <a:lvl5pPr indent="-349250" lvl="4" marL="2286000" marR="0" algn="l">
              <a:lnSpc>
                <a:spcPct val="100000"/>
              </a:lnSpc>
              <a:spcBef>
                <a:spcPts val="2900"/>
              </a:spcBef>
              <a:spcAft>
                <a:spcPts val="0"/>
              </a:spcAft>
              <a:buClr>
                <a:srgbClr val="FFFFFF"/>
              </a:buClr>
              <a:buSzPts val="1900"/>
              <a:buChar char="•"/>
              <a:defRPr i="0" sz="2500" u="none" cap="none" strike="noStrike">
                <a:solidFill>
                  <a:srgbClr val="FFFFFF"/>
                </a:solidFill>
              </a:defRPr>
            </a:lvl5pPr>
            <a:lvl6pPr indent="-349250" lvl="5" marL="2743200" marR="0" algn="l">
              <a:lnSpc>
                <a:spcPct val="100000"/>
              </a:lnSpc>
              <a:spcBef>
                <a:spcPts val="2900"/>
              </a:spcBef>
              <a:spcAft>
                <a:spcPts val="0"/>
              </a:spcAft>
              <a:buClr>
                <a:srgbClr val="FFFFFF"/>
              </a:buClr>
              <a:buSzPts val="1900"/>
              <a:buChar char="•"/>
              <a:defRPr i="0" sz="2500" u="none" cap="none" strike="noStrike">
                <a:solidFill>
                  <a:srgbClr val="FFFFFF"/>
                </a:solidFill>
              </a:defRPr>
            </a:lvl6pPr>
            <a:lvl7pPr indent="-349250" lvl="6" marL="3200400" marR="0" algn="l">
              <a:lnSpc>
                <a:spcPct val="100000"/>
              </a:lnSpc>
              <a:spcBef>
                <a:spcPts val="2900"/>
              </a:spcBef>
              <a:spcAft>
                <a:spcPts val="0"/>
              </a:spcAft>
              <a:buClr>
                <a:srgbClr val="FFFFFF"/>
              </a:buClr>
              <a:buSzPts val="1900"/>
              <a:buChar char="•"/>
              <a:defRPr i="0" sz="2500" u="none" cap="none" strike="noStrike">
                <a:solidFill>
                  <a:srgbClr val="FFFFFF"/>
                </a:solidFill>
              </a:defRPr>
            </a:lvl7pPr>
            <a:lvl8pPr indent="-349250" lvl="7" marL="3657600" marR="0" algn="l">
              <a:lnSpc>
                <a:spcPct val="100000"/>
              </a:lnSpc>
              <a:spcBef>
                <a:spcPts val="2900"/>
              </a:spcBef>
              <a:spcAft>
                <a:spcPts val="0"/>
              </a:spcAft>
              <a:buClr>
                <a:srgbClr val="FFFFFF"/>
              </a:buClr>
              <a:buSzPts val="1900"/>
              <a:buChar char="•"/>
              <a:defRPr i="0" sz="2500" u="none" cap="none" strike="noStrike">
                <a:solidFill>
                  <a:srgbClr val="FFFFFF"/>
                </a:solidFill>
              </a:defRPr>
            </a:lvl8pPr>
            <a:lvl9pPr indent="-349250" lvl="8" marL="4114800" marR="0" algn="l">
              <a:lnSpc>
                <a:spcPct val="100000"/>
              </a:lnSpc>
              <a:spcBef>
                <a:spcPts val="2900"/>
              </a:spcBef>
              <a:spcAft>
                <a:spcPts val="0"/>
              </a:spcAft>
              <a:buClr>
                <a:srgbClr val="FFFFFF"/>
              </a:buClr>
              <a:buSzPts val="1900"/>
              <a:buChar char="•"/>
              <a:defRPr i="0" sz="2500" u="none" cap="none" strike="noStrike">
                <a:solidFill>
                  <a:srgbClr val="FFFFFF"/>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p:cSld name="Comparison">
    <p:spTree>
      <p:nvGrpSpPr>
        <p:cNvPr id="67" name="Shape 67"/>
        <p:cNvGrpSpPr/>
        <p:nvPr/>
      </p:nvGrpSpPr>
      <p:grpSpPr>
        <a:xfrm>
          <a:off x="0" y="0"/>
          <a:ext cx="0" cy="0"/>
          <a:chOff x="0" y="0"/>
          <a:chExt cx="0" cy="0"/>
        </a:xfrm>
      </p:grpSpPr>
      <p:sp>
        <p:nvSpPr>
          <p:cNvPr id="68" name="Google Shape;68;p21"/>
          <p:cNvSpPr txBox="1"/>
          <p:nvPr>
            <p:ph idx="1" type="body"/>
          </p:nvPr>
        </p:nvSpPr>
        <p:spPr>
          <a:xfrm>
            <a:off x="2098516" y="2510156"/>
            <a:ext cx="2692800" cy="2439900"/>
          </a:xfrm>
          <a:prstGeom prst="rect">
            <a:avLst/>
          </a:prstGeom>
          <a:noFill/>
          <a:ln>
            <a:noFill/>
          </a:ln>
        </p:spPr>
        <p:txBody>
          <a:bodyPr anchorCtr="0" anchor="ctr" bIns="45700" lIns="45700" spcFirstLastPara="1" rIns="45700" wrap="square" tIns="45700">
            <a:noAutofit/>
          </a:bodyPr>
          <a:lstStyle>
            <a:lvl1pPr indent="-349250" lvl="0" marL="457200" marR="0" algn="l">
              <a:lnSpc>
                <a:spcPct val="100000"/>
              </a:lnSpc>
              <a:spcBef>
                <a:spcPts val="2900"/>
              </a:spcBef>
              <a:spcAft>
                <a:spcPts val="0"/>
              </a:spcAft>
              <a:buClr>
                <a:srgbClr val="FFFFFF"/>
              </a:buClr>
              <a:buSzPts val="1900"/>
              <a:buChar char="•"/>
              <a:defRPr i="0" sz="2500" u="none" cap="none" strike="noStrike">
                <a:solidFill>
                  <a:srgbClr val="FFFFFF"/>
                </a:solidFill>
              </a:defRPr>
            </a:lvl1pPr>
            <a:lvl2pPr indent="-349250" lvl="1" marL="914400" marR="0" algn="l">
              <a:lnSpc>
                <a:spcPct val="100000"/>
              </a:lnSpc>
              <a:spcBef>
                <a:spcPts val="2900"/>
              </a:spcBef>
              <a:spcAft>
                <a:spcPts val="0"/>
              </a:spcAft>
              <a:buClr>
                <a:srgbClr val="FFFFFF"/>
              </a:buClr>
              <a:buSzPts val="1900"/>
              <a:buChar char="•"/>
              <a:defRPr i="0" sz="2500" u="none" cap="none" strike="noStrike">
                <a:solidFill>
                  <a:srgbClr val="FFFFFF"/>
                </a:solidFill>
              </a:defRPr>
            </a:lvl2pPr>
            <a:lvl3pPr indent="-349250" lvl="2" marL="1371600" marR="0" algn="l">
              <a:lnSpc>
                <a:spcPct val="100000"/>
              </a:lnSpc>
              <a:spcBef>
                <a:spcPts val="2900"/>
              </a:spcBef>
              <a:spcAft>
                <a:spcPts val="0"/>
              </a:spcAft>
              <a:buClr>
                <a:srgbClr val="FFFFFF"/>
              </a:buClr>
              <a:buSzPts val="1900"/>
              <a:buChar char="•"/>
              <a:defRPr i="0" sz="2500" u="none" cap="none" strike="noStrike">
                <a:solidFill>
                  <a:srgbClr val="FFFFFF"/>
                </a:solidFill>
              </a:defRPr>
            </a:lvl3pPr>
            <a:lvl4pPr indent="-349250" lvl="3" marL="1828800" marR="0" algn="l">
              <a:lnSpc>
                <a:spcPct val="100000"/>
              </a:lnSpc>
              <a:spcBef>
                <a:spcPts val="2900"/>
              </a:spcBef>
              <a:spcAft>
                <a:spcPts val="0"/>
              </a:spcAft>
              <a:buClr>
                <a:srgbClr val="FFFFFF"/>
              </a:buClr>
              <a:buSzPts val="1900"/>
              <a:buChar char="•"/>
              <a:defRPr i="0" sz="2500" u="none" cap="none" strike="noStrike">
                <a:solidFill>
                  <a:srgbClr val="FFFFFF"/>
                </a:solidFill>
              </a:defRPr>
            </a:lvl4pPr>
            <a:lvl5pPr indent="-349250" lvl="4" marL="2286000" marR="0" algn="l">
              <a:lnSpc>
                <a:spcPct val="100000"/>
              </a:lnSpc>
              <a:spcBef>
                <a:spcPts val="2900"/>
              </a:spcBef>
              <a:spcAft>
                <a:spcPts val="0"/>
              </a:spcAft>
              <a:buClr>
                <a:srgbClr val="FFFFFF"/>
              </a:buClr>
              <a:buSzPts val="1900"/>
              <a:buChar char="•"/>
              <a:defRPr i="0" sz="2500" u="none" cap="none" strike="noStrike">
                <a:solidFill>
                  <a:srgbClr val="FFFFFF"/>
                </a:solidFill>
              </a:defRPr>
            </a:lvl5pPr>
            <a:lvl6pPr indent="-349250" lvl="5" marL="2743200" marR="0" algn="l">
              <a:lnSpc>
                <a:spcPct val="100000"/>
              </a:lnSpc>
              <a:spcBef>
                <a:spcPts val="2900"/>
              </a:spcBef>
              <a:spcAft>
                <a:spcPts val="0"/>
              </a:spcAft>
              <a:buClr>
                <a:srgbClr val="FFFFFF"/>
              </a:buClr>
              <a:buSzPts val="1900"/>
              <a:buChar char="•"/>
              <a:defRPr i="0" sz="2500" u="none" cap="none" strike="noStrike">
                <a:solidFill>
                  <a:srgbClr val="FFFFFF"/>
                </a:solidFill>
              </a:defRPr>
            </a:lvl6pPr>
            <a:lvl7pPr indent="-349250" lvl="6" marL="3200400" marR="0" algn="l">
              <a:lnSpc>
                <a:spcPct val="100000"/>
              </a:lnSpc>
              <a:spcBef>
                <a:spcPts val="2900"/>
              </a:spcBef>
              <a:spcAft>
                <a:spcPts val="0"/>
              </a:spcAft>
              <a:buClr>
                <a:srgbClr val="FFFFFF"/>
              </a:buClr>
              <a:buSzPts val="1900"/>
              <a:buChar char="•"/>
              <a:defRPr i="0" sz="2500" u="none" cap="none" strike="noStrike">
                <a:solidFill>
                  <a:srgbClr val="FFFFFF"/>
                </a:solidFill>
              </a:defRPr>
            </a:lvl7pPr>
            <a:lvl8pPr indent="-349250" lvl="7" marL="3657600" marR="0" algn="l">
              <a:lnSpc>
                <a:spcPct val="100000"/>
              </a:lnSpc>
              <a:spcBef>
                <a:spcPts val="2900"/>
              </a:spcBef>
              <a:spcAft>
                <a:spcPts val="0"/>
              </a:spcAft>
              <a:buClr>
                <a:srgbClr val="FFFFFF"/>
              </a:buClr>
              <a:buSzPts val="1900"/>
              <a:buChar char="•"/>
              <a:defRPr i="0" sz="2500" u="none" cap="none" strike="noStrike">
                <a:solidFill>
                  <a:srgbClr val="FFFFFF"/>
                </a:solidFill>
              </a:defRPr>
            </a:lvl8pPr>
            <a:lvl9pPr indent="-349250" lvl="8" marL="4114800" marR="0" algn="l">
              <a:lnSpc>
                <a:spcPct val="100000"/>
              </a:lnSpc>
              <a:spcBef>
                <a:spcPts val="2900"/>
              </a:spcBef>
              <a:spcAft>
                <a:spcPts val="0"/>
              </a:spcAft>
              <a:buClr>
                <a:srgbClr val="FFFFFF"/>
              </a:buClr>
              <a:buSzPts val="1900"/>
              <a:buChar char="•"/>
              <a:defRPr i="0" sz="2500" u="none" cap="none" strike="noStrike">
                <a:solidFill>
                  <a:srgbClr val="FFFFFF"/>
                </a:solidFill>
              </a:defRPr>
            </a:lvl9pPr>
          </a:lstStyle>
          <a:p/>
        </p:txBody>
      </p:sp>
      <p:sp>
        <p:nvSpPr>
          <p:cNvPr id="69" name="Google Shape;69;p21"/>
          <p:cNvSpPr txBox="1"/>
          <p:nvPr>
            <p:ph idx="2" type="body"/>
          </p:nvPr>
        </p:nvSpPr>
        <p:spPr>
          <a:xfrm>
            <a:off x="7316152" y="2510156"/>
            <a:ext cx="2727300" cy="2439900"/>
          </a:xfrm>
          <a:prstGeom prst="rect">
            <a:avLst/>
          </a:prstGeom>
          <a:noFill/>
          <a:ln>
            <a:noFill/>
          </a:ln>
        </p:spPr>
        <p:txBody>
          <a:bodyPr anchorCtr="0" anchor="ctr" bIns="45700" lIns="45700" spcFirstLastPara="1" rIns="45700" wrap="square" tIns="45700">
            <a:noAutofit/>
          </a:bodyPr>
          <a:lstStyle>
            <a:lvl1pPr indent="-349250" lvl="0" marL="457200" marR="0" algn="l">
              <a:lnSpc>
                <a:spcPct val="100000"/>
              </a:lnSpc>
              <a:spcBef>
                <a:spcPts val="2900"/>
              </a:spcBef>
              <a:spcAft>
                <a:spcPts val="0"/>
              </a:spcAft>
              <a:buClr>
                <a:srgbClr val="FFFFFF"/>
              </a:buClr>
              <a:buSzPts val="1900"/>
              <a:buChar char="•"/>
              <a:defRPr i="0" sz="2500" u="none" cap="none" strike="noStrike">
                <a:solidFill>
                  <a:srgbClr val="FFFFFF"/>
                </a:solidFill>
              </a:defRPr>
            </a:lvl1pPr>
            <a:lvl2pPr indent="-349250" lvl="1" marL="914400" marR="0" algn="l">
              <a:lnSpc>
                <a:spcPct val="100000"/>
              </a:lnSpc>
              <a:spcBef>
                <a:spcPts val="2900"/>
              </a:spcBef>
              <a:spcAft>
                <a:spcPts val="0"/>
              </a:spcAft>
              <a:buClr>
                <a:srgbClr val="FFFFFF"/>
              </a:buClr>
              <a:buSzPts val="1900"/>
              <a:buChar char="•"/>
              <a:defRPr i="0" sz="2500" u="none" cap="none" strike="noStrike">
                <a:solidFill>
                  <a:srgbClr val="FFFFFF"/>
                </a:solidFill>
              </a:defRPr>
            </a:lvl2pPr>
            <a:lvl3pPr indent="-349250" lvl="2" marL="1371600" marR="0" algn="l">
              <a:lnSpc>
                <a:spcPct val="100000"/>
              </a:lnSpc>
              <a:spcBef>
                <a:spcPts val="2900"/>
              </a:spcBef>
              <a:spcAft>
                <a:spcPts val="0"/>
              </a:spcAft>
              <a:buClr>
                <a:srgbClr val="FFFFFF"/>
              </a:buClr>
              <a:buSzPts val="1900"/>
              <a:buChar char="•"/>
              <a:defRPr i="0" sz="2500" u="none" cap="none" strike="noStrike">
                <a:solidFill>
                  <a:srgbClr val="FFFFFF"/>
                </a:solidFill>
              </a:defRPr>
            </a:lvl3pPr>
            <a:lvl4pPr indent="-349250" lvl="3" marL="1828800" marR="0" algn="l">
              <a:lnSpc>
                <a:spcPct val="100000"/>
              </a:lnSpc>
              <a:spcBef>
                <a:spcPts val="2900"/>
              </a:spcBef>
              <a:spcAft>
                <a:spcPts val="0"/>
              </a:spcAft>
              <a:buClr>
                <a:srgbClr val="FFFFFF"/>
              </a:buClr>
              <a:buSzPts val="1900"/>
              <a:buChar char="•"/>
              <a:defRPr i="0" sz="2500" u="none" cap="none" strike="noStrike">
                <a:solidFill>
                  <a:srgbClr val="FFFFFF"/>
                </a:solidFill>
              </a:defRPr>
            </a:lvl4pPr>
            <a:lvl5pPr indent="-349250" lvl="4" marL="2286000" marR="0" algn="l">
              <a:lnSpc>
                <a:spcPct val="100000"/>
              </a:lnSpc>
              <a:spcBef>
                <a:spcPts val="2900"/>
              </a:spcBef>
              <a:spcAft>
                <a:spcPts val="0"/>
              </a:spcAft>
              <a:buClr>
                <a:srgbClr val="FFFFFF"/>
              </a:buClr>
              <a:buSzPts val="1900"/>
              <a:buChar char="•"/>
              <a:defRPr i="0" sz="2500" u="none" cap="none" strike="noStrike">
                <a:solidFill>
                  <a:srgbClr val="FFFFFF"/>
                </a:solidFill>
              </a:defRPr>
            </a:lvl5pPr>
            <a:lvl6pPr indent="-349250" lvl="5" marL="2743200" marR="0" algn="l">
              <a:lnSpc>
                <a:spcPct val="100000"/>
              </a:lnSpc>
              <a:spcBef>
                <a:spcPts val="2900"/>
              </a:spcBef>
              <a:spcAft>
                <a:spcPts val="0"/>
              </a:spcAft>
              <a:buClr>
                <a:srgbClr val="FFFFFF"/>
              </a:buClr>
              <a:buSzPts val="1900"/>
              <a:buChar char="•"/>
              <a:defRPr i="0" sz="2500" u="none" cap="none" strike="noStrike">
                <a:solidFill>
                  <a:srgbClr val="FFFFFF"/>
                </a:solidFill>
              </a:defRPr>
            </a:lvl6pPr>
            <a:lvl7pPr indent="-349250" lvl="6" marL="3200400" marR="0" algn="l">
              <a:lnSpc>
                <a:spcPct val="100000"/>
              </a:lnSpc>
              <a:spcBef>
                <a:spcPts val="2900"/>
              </a:spcBef>
              <a:spcAft>
                <a:spcPts val="0"/>
              </a:spcAft>
              <a:buClr>
                <a:srgbClr val="FFFFFF"/>
              </a:buClr>
              <a:buSzPts val="1900"/>
              <a:buChar char="•"/>
              <a:defRPr i="0" sz="2500" u="none" cap="none" strike="noStrike">
                <a:solidFill>
                  <a:srgbClr val="FFFFFF"/>
                </a:solidFill>
              </a:defRPr>
            </a:lvl7pPr>
            <a:lvl8pPr indent="-349250" lvl="7" marL="3657600" marR="0" algn="l">
              <a:lnSpc>
                <a:spcPct val="100000"/>
              </a:lnSpc>
              <a:spcBef>
                <a:spcPts val="2900"/>
              </a:spcBef>
              <a:spcAft>
                <a:spcPts val="0"/>
              </a:spcAft>
              <a:buClr>
                <a:srgbClr val="FFFFFF"/>
              </a:buClr>
              <a:buSzPts val="1900"/>
              <a:buChar char="•"/>
              <a:defRPr i="0" sz="2500" u="none" cap="none" strike="noStrike">
                <a:solidFill>
                  <a:srgbClr val="FFFFFF"/>
                </a:solidFill>
              </a:defRPr>
            </a:lvl8pPr>
            <a:lvl9pPr indent="-349250" lvl="8" marL="4114800" marR="0" algn="l">
              <a:lnSpc>
                <a:spcPct val="100000"/>
              </a:lnSpc>
              <a:spcBef>
                <a:spcPts val="2900"/>
              </a:spcBef>
              <a:spcAft>
                <a:spcPts val="0"/>
              </a:spcAft>
              <a:buClr>
                <a:srgbClr val="FFFFFF"/>
              </a:buClr>
              <a:buSzPts val="1900"/>
              <a:buChar char="•"/>
              <a:defRPr i="0" sz="2500" u="none" cap="none" strike="noStrike">
                <a:solidFill>
                  <a:srgbClr val="FFFFFF"/>
                </a:solidFill>
              </a:defRPr>
            </a:lvl9pPr>
          </a:lstStyle>
          <a:p/>
        </p:txBody>
      </p:sp>
      <p:sp>
        <p:nvSpPr>
          <p:cNvPr id="70" name="Google Shape;70;p21"/>
          <p:cNvSpPr txBox="1"/>
          <p:nvPr>
            <p:ph idx="3" type="body"/>
          </p:nvPr>
        </p:nvSpPr>
        <p:spPr>
          <a:xfrm>
            <a:off x="2413853" y="1131704"/>
            <a:ext cx="7364400" cy="476400"/>
          </a:xfrm>
          <a:prstGeom prst="rect">
            <a:avLst/>
          </a:prstGeom>
          <a:noFill/>
          <a:ln>
            <a:noFill/>
          </a:ln>
        </p:spPr>
        <p:txBody>
          <a:bodyPr anchorCtr="0" anchor="t" bIns="45700" lIns="45700" spcFirstLastPara="1" rIns="45700" wrap="square" tIns="45700">
            <a:noAutofit/>
          </a:bodyPr>
          <a:lstStyle>
            <a:lvl1pPr indent="-228600" lvl="0" marL="457200" marR="0" algn="ctr">
              <a:lnSpc>
                <a:spcPct val="100000"/>
              </a:lnSpc>
              <a:spcBef>
                <a:spcPts val="0"/>
              </a:spcBef>
              <a:spcAft>
                <a:spcPts val="0"/>
              </a:spcAft>
              <a:buClr>
                <a:srgbClr val="F3F4FA"/>
              </a:buClr>
              <a:buSzPts val="1900"/>
              <a:buFont typeface="Arial"/>
              <a:buNone/>
              <a:defRPr b="0" i="0" sz="3100" u="none" cap="none" strike="noStrike">
                <a:solidFill>
                  <a:srgbClr val="F3F4FA"/>
                </a:solidFill>
                <a:latin typeface="Arial"/>
                <a:ea typeface="Arial"/>
                <a:cs typeface="Arial"/>
                <a:sym typeface="Arial"/>
              </a:defRPr>
            </a:lvl1pPr>
            <a:lvl2pPr indent="-349250" lvl="1" marL="9144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2pPr>
            <a:lvl3pPr indent="-349250" lvl="2" marL="13716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3pPr>
            <a:lvl4pPr indent="-349250" lvl="3" marL="18288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4pPr>
            <a:lvl5pPr indent="-349250" lvl="4" marL="22860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5pPr>
            <a:lvl6pPr indent="-349250" lvl="5" marL="27432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6pPr>
            <a:lvl7pPr indent="-349250" lvl="6" marL="32004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7pPr>
            <a:lvl8pPr indent="-349250" lvl="7" marL="36576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8pPr>
            <a:lvl9pPr indent="-349250" lvl="8" marL="41148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9pPr>
          </a:lstStyle>
          <a:p/>
        </p:txBody>
      </p:sp>
      <p:sp>
        <p:nvSpPr>
          <p:cNvPr id="71" name="Google Shape;71;p21"/>
          <p:cNvSpPr txBox="1"/>
          <p:nvPr>
            <p:ph idx="12" type="sldNum"/>
          </p:nvPr>
        </p:nvSpPr>
        <p:spPr>
          <a:xfrm>
            <a:off x="9633585" y="609600"/>
            <a:ext cx="1948800" cy="255600"/>
          </a:xfrm>
          <a:prstGeom prst="rect">
            <a:avLst/>
          </a:prstGeom>
          <a:noFill/>
          <a:ln>
            <a:noFill/>
          </a:ln>
        </p:spPr>
        <p:txBody>
          <a:bodyPr anchorCtr="0" anchor="t" bIns="35700" lIns="35700" spcFirstLastPara="1" rIns="35700" wrap="square" tIns="35700">
            <a:noAutofit/>
          </a:bodyPr>
          <a:lstStyle>
            <a:lvl1pPr indent="0" lvl="0"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CA"/>
              <a:t>‹#›</a:t>
            </a:fld>
            <a:endParaRPr sz="1300">
              <a:solidFill>
                <a:srgbClr val="004C3F"/>
              </a:solidFill>
              <a:latin typeface="Lato"/>
              <a:ea typeface="Lato"/>
              <a:cs typeface="Lato"/>
              <a:sym typeface="Lat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s" showMasterSp="0">
  <p:cSld name="Stats">
    <p:spTree>
      <p:nvGrpSpPr>
        <p:cNvPr id="72" name="Shape 72"/>
        <p:cNvGrpSpPr/>
        <p:nvPr/>
      </p:nvGrpSpPr>
      <p:grpSpPr>
        <a:xfrm>
          <a:off x="0" y="0"/>
          <a:ext cx="0" cy="0"/>
          <a:chOff x="0" y="0"/>
          <a:chExt cx="0" cy="0"/>
        </a:xfrm>
      </p:grpSpPr>
      <p:sp>
        <p:nvSpPr>
          <p:cNvPr id="73" name="Google Shape;73;p22"/>
          <p:cNvSpPr txBox="1"/>
          <p:nvPr>
            <p:ph idx="1" type="body"/>
          </p:nvPr>
        </p:nvSpPr>
        <p:spPr>
          <a:xfrm>
            <a:off x="2349252" y="2218691"/>
            <a:ext cx="2979600" cy="1346400"/>
          </a:xfrm>
          <a:prstGeom prst="rect">
            <a:avLst/>
          </a:prstGeom>
          <a:noFill/>
          <a:ln>
            <a:noFill/>
          </a:ln>
        </p:spPr>
        <p:txBody>
          <a:bodyPr anchorCtr="0" anchor="ctr" bIns="45700" lIns="45700" spcFirstLastPara="1" rIns="45700" wrap="square" tIns="45700">
            <a:noAutofit/>
          </a:bodyPr>
          <a:lstStyle>
            <a:lvl1pPr indent="-228600" lvl="0" marL="457200" marR="0" algn="ctr">
              <a:lnSpc>
                <a:spcPct val="80000"/>
              </a:lnSpc>
              <a:spcBef>
                <a:spcPts val="0"/>
              </a:spcBef>
              <a:spcAft>
                <a:spcPts val="0"/>
              </a:spcAft>
              <a:buClr>
                <a:srgbClr val="5E6EBF"/>
              </a:buClr>
              <a:buSzPts val="1900"/>
              <a:buFont typeface="Arial"/>
              <a:buNone/>
              <a:defRPr b="0" i="0" sz="10000" u="none" cap="none" strike="noStrike">
                <a:solidFill>
                  <a:srgbClr val="5E6EBF"/>
                </a:solidFill>
                <a:latin typeface="Arial"/>
                <a:ea typeface="Arial"/>
                <a:cs typeface="Arial"/>
                <a:sym typeface="Arial"/>
              </a:defRPr>
            </a:lvl1pPr>
            <a:lvl2pPr indent="-349250" lvl="1" marL="9144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2pPr>
            <a:lvl3pPr indent="-349250" lvl="2" marL="13716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3pPr>
            <a:lvl4pPr indent="-349250" lvl="3" marL="18288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4pPr>
            <a:lvl5pPr indent="-349250" lvl="4" marL="22860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5pPr>
            <a:lvl6pPr indent="-349250" lvl="5" marL="27432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6pPr>
            <a:lvl7pPr indent="-349250" lvl="6" marL="32004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7pPr>
            <a:lvl8pPr indent="-349250" lvl="7" marL="36576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8pPr>
            <a:lvl9pPr indent="-349250" lvl="8" marL="41148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9pPr>
          </a:lstStyle>
          <a:p/>
        </p:txBody>
      </p:sp>
      <p:sp>
        <p:nvSpPr>
          <p:cNvPr id="74" name="Google Shape;74;p22"/>
          <p:cNvSpPr txBox="1"/>
          <p:nvPr>
            <p:ph idx="2" type="body"/>
          </p:nvPr>
        </p:nvSpPr>
        <p:spPr>
          <a:xfrm>
            <a:off x="6863009" y="2221231"/>
            <a:ext cx="2979600" cy="1341600"/>
          </a:xfrm>
          <a:prstGeom prst="rect">
            <a:avLst/>
          </a:prstGeom>
          <a:noFill/>
          <a:ln>
            <a:noFill/>
          </a:ln>
        </p:spPr>
        <p:txBody>
          <a:bodyPr anchorCtr="0" anchor="ctr" bIns="45700" lIns="45700" spcFirstLastPara="1" rIns="45700" wrap="square" tIns="45700">
            <a:noAutofit/>
          </a:bodyPr>
          <a:lstStyle>
            <a:lvl1pPr indent="-228600" lvl="0" marL="457200" marR="0" algn="ctr">
              <a:lnSpc>
                <a:spcPct val="100000"/>
              </a:lnSpc>
              <a:spcBef>
                <a:spcPts val="0"/>
              </a:spcBef>
              <a:spcAft>
                <a:spcPts val="0"/>
              </a:spcAft>
              <a:buClr>
                <a:srgbClr val="5E6EBF"/>
              </a:buClr>
              <a:buSzPts val="1900"/>
              <a:buFont typeface="Arial"/>
              <a:buNone/>
              <a:defRPr b="0" i="0" sz="10000" u="none" cap="none" strike="noStrike">
                <a:solidFill>
                  <a:srgbClr val="5E6EBF"/>
                </a:solidFill>
                <a:latin typeface="Arial"/>
                <a:ea typeface="Arial"/>
                <a:cs typeface="Arial"/>
                <a:sym typeface="Arial"/>
              </a:defRPr>
            </a:lvl1pPr>
            <a:lvl2pPr indent="-349250" lvl="1" marL="9144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2pPr>
            <a:lvl3pPr indent="-349250" lvl="2" marL="13716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3pPr>
            <a:lvl4pPr indent="-349250" lvl="3" marL="18288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4pPr>
            <a:lvl5pPr indent="-349250" lvl="4" marL="22860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5pPr>
            <a:lvl6pPr indent="-349250" lvl="5" marL="27432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6pPr>
            <a:lvl7pPr indent="-349250" lvl="6" marL="32004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7pPr>
            <a:lvl8pPr indent="-349250" lvl="7" marL="36576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8pPr>
            <a:lvl9pPr indent="-349250" lvl="8" marL="41148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9pPr>
          </a:lstStyle>
          <a:p/>
        </p:txBody>
      </p:sp>
      <p:sp>
        <p:nvSpPr>
          <p:cNvPr id="75" name="Google Shape;75;p22"/>
          <p:cNvSpPr txBox="1"/>
          <p:nvPr>
            <p:ph idx="3" type="body"/>
          </p:nvPr>
        </p:nvSpPr>
        <p:spPr>
          <a:xfrm>
            <a:off x="2413853" y="1131704"/>
            <a:ext cx="7364400" cy="476400"/>
          </a:xfrm>
          <a:prstGeom prst="rect">
            <a:avLst/>
          </a:prstGeom>
          <a:noFill/>
          <a:ln>
            <a:noFill/>
          </a:ln>
        </p:spPr>
        <p:txBody>
          <a:bodyPr anchorCtr="0" anchor="t" bIns="45700" lIns="45700" spcFirstLastPara="1" rIns="45700" wrap="square" tIns="45700">
            <a:noAutofit/>
          </a:bodyPr>
          <a:lstStyle>
            <a:lvl1pPr indent="-228600" lvl="0" marL="457200" marR="0" algn="ctr">
              <a:lnSpc>
                <a:spcPct val="100000"/>
              </a:lnSpc>
              <a:spcBef>
                <a:spcPts val="0"/>
              </a:spcBef>
              <a:spcAft>
                <a:spcPts val="0"/>
              </a:spcAft>
              <a:buClr>
                <a:srgbClr val="F3F4FA"/>
              </a:buClr>
              <a:buSzPts val="1900"/>
              <a:buFont typeface="Arial"/>
              <a:buNone/>
              <a:defRPr b="0" i="0" sz="3100" u="none" cap="none" strike="noStrike">
                <a:solidFill>
                  <a:srgbClr val="F3F4FA"/>
                </a:solidFill>
                <a:latin typeface="Arial"/>
                <a:ea typeface="Arial"/>
                <a:cs typeface="Arial"/>
                <a:sym typeface="Arial"/>
              </a:defRPr>
            </a:lvl1pPr>
            <a:lvl2pPr indent="-349250" lvl="1" marL="9144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2pPr>
            <a:lvl3pPr indent="-349250" lvl="2" marL="13716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3pPr>
            <a:lvl4pPr indent="-349250" lvl="3" marL="18288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4pPr>
            <a:lvl5pPr indent="-349250" lvl="4" marL="22860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5pPr>
            <a:lvl6pPr indent="-349250" lvl="5" marL="27432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6pPr>
            <a:lvl7pPr indent="-349250" lvl="6" marL="32004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7pPr>
            <a:lvl8pPr indent="-349250" lvl="7" marL="36576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8pPr>
            <a:lvl9pPr indent="-349250" lvl="8" marL="41148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9pPr>
          </a:lstStyle>
          <a:p/>
        </p:txBody>
      </p:sp>
      <p:sp>
        <p:nvSpPr>
          <p:cNvPr id="76" name="Google Shape;76;p22"/>
          <p:cNvSpPr txBox="1"/>
          <p:nvPr>
            <p:ph idx="4" type="body"/>
          </p:nvPr>
        </p:nvSpPr>
        <p:spPr>
          <a:xfrm>
            <a:off x="3262788" y="3495516"/>
            <a:ext cx="1152900" cy="298800"/>
          </a:xfrm>
          <a:prstGeom prst="rect">
            <a:avLst/>
          </a:prstGeom>
          <a:noFill/>
          <a:ln>
            <a:noFill/>
          </a:ln>
        </p:spPr>
        <p:txBody>
          <a:bodyPr anchorCtr="0" anchor="ctr" bIns="45700" lIns="45700" spcFirstLastPara="1" rIns="45700" wrap="square" tIns="45700">
            <a:noAutofit/>
          </a:bodyPr>
          <a:lstStyle>
            <a:lvl1pPr indent="-228600" lvl="0" marL="457200" marR="0" algn="ctr">
              <a:lnSpc>
                <a:spcPct val="100000"/>
              </a:lnSpc>
              <a:spcBef>
                <a:spcPts val="0"/>
              </a:spcBef>
              <a:spcAft>
                <a:spcPts val="0"/>
              </a:spcAft>
              <a:buClr>
                <a:srgbClr val="F3F4FA"/>
              </a:buClr>
              <a:buSzPts val="1900"/>
              <a:buFont typeface="Arial"/>
              <a:buNone/>
              <a:defRPr b="0" i="0" sz="1900" u="none" cap="none" strike="noStrike">
                <a:solidFill>
                  <a:srgbClr val="F3F4FA"/>
                </a:solidFill>
                <a:latin typeface="Arial"/>
                <a:ea typeface="Arial"/>
                <a:cs typeface="Arial"/>
                <a:sym typeface="Arial"/>
              </a:defRPr>
            </a:lvl1pPr>
            <a:lvl2pPr indent="-349250" lvl="1" marL="9144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2pPr>
            <a:lvl3pPr indent="-349250" lvl="2" marL="13716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3pPr>
            <a:lvl4pPr indent="-349250" lvl="3" marL="18288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4pPr>
            <a:lvl5pPr indent="-349250" lvl="4" marL="22860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5pPr>
            <a:lvl6pPr indent="-349250" lvl="5" marL="27432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6pPr>
            <a:lvl7pPr indent="-349250" lvl="6" marL="32004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7pPr>
            <a:lvl8pPr indent="-349250" lvl="7" marL="36576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8pPr>
            <a:lvl9pPr indent="-349250" lvl="8" marL="41148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9pPr>
          </a:lstStyle>
          <a:p/>
        </p:txBody>
      </p:sp>
      <p:sp>
        <p:nvSpPr>
          <p:cNvPr id="77" name="Google Shape;77;p22"/>
          <p:cNvSpPr txBox="1"/>
          <p:nvPr>
            <p:ph idx="5" type="body"/>
          </p:nvPr>
        </p:nvSpPr>
        <p:spPr>
          <a:xfrm>
            <a:off x="7694822" y="3495516"/>
            <a:ext cx="1316100" cy="298800"/>
          </a:xfrm>
          <a:prstGeom prst="rect">
            <a:avLst/>
          </a:prstGeom>
          <a:noFill/>
          <a:ln>
            <a:noFill/>
          </a:ln>
        </p:spPr>
        <p:txBody>
          <a:bodyPr anchorCtr="0" anchor="ctr" bIns="45700" lIns="45700" spcFirstLastPara="1" rIns="45700" wrap="square" tIns="45700">
            <a:noAutofit/>
          </a:bodyPr>
          <a:lstStyle>
            <a:lvl1pPr indent="-228600" lvl="0" marL="457200" marR="0" algn="ctr">
              <a:lnSpc>
                <a:spcPct val="100000"/>
              </a:lnSpc>
              <a:spcBef>
                <a:spcPts val="0"/>
              </a:spcBef>
              <a:spcAft>
                <a:spcPts val="0"/>
              </a:spcAft>
              <a:buClr>
                <a:srgbClr val="F3F4FA"/>
              </a:buClr>
              <a:buSzPts val="1900"/>
              <a:buFont typeface="Arial"/>
              <a:buNone/>
              <a:defRPr b="0" i="0" sz="1900" u="none" cap="none" strike="noStrike">
                <a:solidFill>
                  <a:srgbClr val="F3F4FA"/>
                </a:solidFill>
                <a:latin typeface="Arial"/>
                <a:ea typeface="Arial"/>
                <a:cs typeface="Arial"/>
                <a:sym typeface="Arial"/>
              </a:defRPr>
            </a:lvl1pPr>
            <a:lvl2pPr indent="-349250" lvl="1" marL="9144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2pPr>
            <a:lvl3pPr indent="-349250" lvl="2" marL="13716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3pPr>
            <a:lvl4pPr indent="-349250" lvl="3" marL="18288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4pPr>
            <a:lvl5pPr indent="-349250" lvl="4" marL="22860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5pPr>
            <a:lvl6pPr indent="-349250" lvl="5" marL="27432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6pPr>
            <a:lvl7pPr indent="-349250" lvl="6" marL="32004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7pPr>
            <a:lvl8pPr indent="-349250" lvl="7" marL="36576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8pPr>
            <a:lvl9pPr indent="-349250" lvl="8" marL="41148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9pPr>
          </a:lstStyle>
          <a:p/>
        </p:txBody>
      </p:sp>
      <p:sp>
        <p:nvSpPr>
          <p:cNvPr id="78" name="Google Shape;78;p22"/>
          <p:cNvSpPr txBox="1"/>
          <p:nvPr>
            <p:ph idx="6" type="body"/>
          </p:nvPr>
        </p:nvSpPr>
        <p:spPr>
          <a:xfrm>
            <a:off x="2349252" y="4175773"/>
            <a:ext cx="2979600" cy="1346400"/>
          </a:xfrm>
          <a:prstGeom prst="rect">
            <a:avLst/>
          </a:prstGeom>
          <a:noFill/>
          <a:ln>
            <a:noFill/>
          </a:ln>
        </p:spPr>
        <p:txBody>
          <a:bodyPr anchorCtr="0" anchor="ctr" bIns="45700" lIns="45700" spcFirstLastPara="1" rIns="45700" wrap="square" tIns="45700">
            <a:noAutofit/>
          </a:bodyPr>
          <a:lstStyle>
            <a:lvl1pPr indent="-228600" lvl="0" marL="457200" marR="0" algn="ctr">
              <a:lnSpc>
                <a:spcPct val="80000"/>
              </a:lnSpc>
              <a:spcBef>
                <a:spcPts val="0"/>
              </a:spcBef>
              <a:spcAft>
                <a:spcPts val="0"/>
              </a:spcAft>
              <a:buClr>
                <a:srgbClr val="44BEBF"/>
              </a:buClr>
              <a:buSzPts val="1900"/>
              <a:buFont typeface="Arial"/>
              <a:buNone/>
              <a:defRPr b="0" i="0" sz="10000" u="none" cap="none" strike="noStrike">
                <a:solidFill>
                  <a:srgbClr val="44BEBF"/>
                </a:solidFill>
                <a:latin typeface="Arial"/>
                <a:ea typeface="Arial"/>
                <a:cs typeface="Arial"/>
                <a:sym typeface="Arial"/>
              </a:defRPr>
            </a:lvl1pPr>
            <a:lvl2pPr indent="-349250" lvl="1" marL="9144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2pPr>
            <a:lvl3pPr indent="-349250" lvl="2" marL="13716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3pPr>
            <a:lvl4pPr indent="-349250" lvl="3" marL="18288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4pPr>
            <a:lvl5pPr indent="-349250" lvl="4" marL="22860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5pPr>
            <a:lvl6pPr indent="-349250" lvl="5" marL="27432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6pPr>
            <a:lvl7pPr indent="-349250" lvl="6" marL="32004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7pPr>
            <a:lvl8pPr indent="-349250" lvl="7" marL="36576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8pPr>
            <a:lvl9pPr indent="-349250" lvl="8" marL="41148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9pPr>
          </a:lstStyle>
          <a:p/>
        </p:txBody>
      </p:sp>
      <p:sp>
        <p:nvSpPr>
          <p:cNvPr id="79" name="Google Shape;79;p22"/>
          <p:cNvSpPr txBox="1"/>
          <p:nvPr>
            <p:ph idx="7" type="body"/>
          </p:nvPr>
        </p:nvSpPr>
        <p:spPr>
          <a:xfrm>
            <a:off x="7021759" y="4178314"/>
            <a:ext cx="2662500" cy="1341600"/>
          </a:xfrm>
          <a:prstGeom prst="rect">
            <a:avLst/>
          </a:prstGeom>
          <a:noFill/>
          <a:ln>
            <a:noFill/>
          </a:ln>
        </p:spPr>
        <p:txBody>
          <a:bodyPr anchorCtr="0" anchor="ctr" bIns="45700" lIns="45700" spcFirstLastPara="1" rIns="45700" wrap="square" tIns="45700">
            <a:noAutofit/>
          </a:bodyPr>
          <a:lstStyle>
            <a:lvl1pPr indent="-228600" lvl="0" marL="457200" marR="0" algn="ctr">
              <a:lnSpc>
                <a:spcPct val="100000"/>
              </a:lnSpc>
              <a:spcBef>
                <a:spcPts val="0"/>
              </a:spcBef>
              <a:spcAft>
                <a:spcPts val="0"/>
              </a:spcAft>
              <a:buClr>
                <a:srgbClr val="44BEBF"/>
              </a:buClr>
              <a:buSzPts val="1900"/>
              <a:buFont typeface="Arial"/>
              <a:buNone/>
              <a:defRPr b="0" i="0" sz="10000" u="none" cap="none" strike="noStrike">
                <a:solidFill>
                  <a:srgbClr val="44BEBF"/>
                </a:solidFill>
                <a:latin typeface="Arial"/>
                <a:ea typeface="Arial"/>
                <a:cs typeface="Arial"/>
                <a:sym typeface="Arial"/>
              </a:defRPr>
            </a:lvl1pPr>
            <a:lvl2pPr indent="-349250" lvl="1" marL="9144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2pPr>
            <a:lvl3pPr indent="-349250" lvl="2" marL="13716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3pPr>
            <a:lvl4pPr indent="-349250" lvl="3" marL="18288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4pPr>
            <a:lvl5pPr indent="-349250" lvl="4" marL="22860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5pPr>
            <a:lvl6pPr indent="-349250" lvl="5" marL="27432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6pPr>
            <a:lvl7pPr indent="-349250" lvl="6" marL="32004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7pPr>
            <a:lvl8pPr indent="-349250" lvl="7" marL="36576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8pPr>
            <a:lvl9pPr indent="-349250" lvl="8" marL="41148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9pPr>
          </a:lstStyle>
          <a:p/>
        </p:txBody>
      </p:sp>
      <p:sp>
        <p:nvSpPr>
          <p:cNvPr id="80" name="Google Shape;80;p22"/>
          <p:cNvSpPr txBox="1"/>
          <p:nvPr>
            <p:ph idx="8" type="body"/>
          </p:nvPr>
        </p:nvSpPr>
        <p:spPr>
          <a:xfrm>
            <a:off x="3247358" y="5452598"/>
            <a:ext cx="1183500" cy="298800"/>
          </a:xfrm>
          <a:prstGeom prst="rect">
            <a:avLst/>
          </a:prstGeom>
          <a:noFill/>
          <a:ln>
            <a:noFill/>
          </a:ln>
        </p:spPr>
        <p:txBody>
          <a:bodyPr anchorCtr="0" anchor="ctr" bIns="45700" lIns="45700" spcFirstLastPara="1" rIns="45700" wrap="square" tIns="45700">
            <a:noAutofit/>
          </a:bodyPr>
          <a:lstStyle>
            <a:lvl1pPr indent="-228600" lvl="0" marL="457200" marR="0" algn="ctr">
              <a:lnSpc>
                <a:spcPct val="100000"/>
              </a:lnSpc>
              <a:spcBef>
                <a:spcPts val="0"/>
              </a:spcBef>
              <a:spcAft>
                <a:spcPts val="0"/>
              </a:spcAft>
              <a:buClr>
                <a:srgbClr val="F3F4FA"/>
              </a:buClr>
              <a:buSzPts val="1900"/>
              <a:buFont typeface="Arial"/>
              <a:buNone/>
              <a:defRPr b="0" i="0" sz="1900" u="none" cap="none" strike="noStrike">
                <a:solidFill>
                  <a:srgbClr val="F3F4FA"/>
                </a:solidFill>
                <a:latin typeface="Arial"/>
                <a:ea typeface="Arial"/>
                <a:cs typeface="Arial"/>
                <a:sym typeface="Arial"/>
              </a:defRPr>
            </a:lvl1pPr>
            <a:lvl2pPr indent="-349250" lvl="1" marL="9144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2pPr>
            <a:lvl3pPr indent="-349250" lvl="2" marL="13716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3pPr>
            <a:lvl4pPr indent="-349250" lvl="3" marL="18288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4pPr>
            <a:lvl5pPr indent="-349250" lvl="4" marL="22860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5pPr>
            <a:lvl6pPr indent="-349250" lvl="5" marL="27432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6pPr>
            <a:lvl7pPr indent="-349250" lvl="6" marL="32004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7pPr>
            <a:lvl8pPr indent="-349250" lvl="7" marL="36576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8pPr>
            <a:lvl9pPr indent="-349250" lvl="8" marL="41148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9pPr>
          </a:lstStyle>
          <a:p/>
        </p:txBody>
      </p:sp>
      <p:sp>
        <p:nvSpPr>
          <p:cNvPr id="81" name="Google Shape;81;p22"/>
          <p:cNvSpPr txBox="1"/>
          <p:nvPr>
            <p:ph idx="9" type="body"/>
          </p:nvPr>
        </p:nvSpPr>
        <p:spPr>
          <a:xfrm>
            <a:off x="7253166" y="5452598"/>
            <a:ext cx="2199600" cy="298800"/>
          </a:xfrm>
          <a:prstGeom prst="rect">
            <a:avLst/>
          </a:prstGeom>
          <a:noFill/>
          <a:ln>
            <a:noFill/>
          </a:ln>
        </p:spPr>
        <p:txBody>
          <a:bodyPr anchorCtr="0" anchor="ctr" bIns="45700" lIns="45700" spcFirstLastPara="1" rIns="45700" wrap="square" tIns="45700">
            <a:noAutofit/>
          </a:bodyPr>
          <a:lstStyle>
            <a:lvl1pPr indent="-228600" lvl="0" marL="457200" marR="0" algn="ctr">
              <a:lnSpc>
                <a:spcPct val="100000"/>
              </a:lnSpc>
              <a:spcBef>
                <a:spcPts val="0"/>
              </a:spcBef>
              <a:spcAft>
                <a:spcPts val="0"/>
              </a:spcAft>
              <a:buClr>
                <a:srgbClr val="F3F4FA"/>
              </a:buClr>
              <a:buSzPts val="1900"/>
              <a:buFont typeface="Arial"/>
              <a:buNone/>
              <a:defRPr b="0" i="0" sz="1900" u="none" cap="none" strike="noStrike">
                <a:solidFill>
                  <a:srgbClr val="F3F4FA"/>
                </a:solidFill>
                <a:latin typeface="Arial"/>
                <a:ea typeface="Arial"/>
                <a:cs typeface="Arial"/>
                <a:sym typeface="Arial"/>
              </a:defRPr>
            </a:lvl1pPr>
            <a:lvl2pPr indent="-349250" lvl="1" marL="9144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2pPr>
            <a:lvl3pPr indent="-349250" lvl="2" marL="13716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3pPr>
            <a:lvl4pPr indent="-349250" lvl="3" marL="18288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4pPr>
            <a:lvl5pPr indent="-349250" lvl="4" marL="22860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5pPr>
            <a:lvl6pPr indent="-349250" lvl="5" marL="27432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6pPr>
            <a:lvl7pPr indent="-349250" lvl="6" marL="32004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7pPr>
            <a:lvl8pPr indent="-349250" lvl="7" marL="36576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8pPr>
            <a:lvl9pPr indent="-349250" lvl="8" marL="41148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9pPr>
          </a:lstStyle>
          <a:p/>
        </p:txBody>
      </p:sp>
      <p:sp>
        <p:nvSpPr>
          <p:cNvPr id="82" name="Google Shape;82;p22"/>
          <p:cNvSpPr txBox="1"/>
          <p:nvPr>
            <p:ph idx="12" type="sldNum"/>
          </p:nvPr>
        </p:nvSpPr>
        <p:spPr>
          <a:xfrm>
            <a:off x="9633585" y="609600"/>
            <a:ext cx="1948800" cy="255600"/>
          </a:xfrm>
          <a:prstGeom prst="rect">
            <a:avLst/>
          </a:prstGeom>
          <a:noFill/>
          <a:ln>
            <a:noFill/>
          </a:ln>
        </p:spPr>
        <p:txBody>
          <a:bodyPr anchorCtr="0" anchor="t" bIns="35700" lIns="35700" spcFirstLastPara="1" rIns="35700" wrap="square" tIns="35700">
            <a:noAutofit/>
          </a:bodyPr>
          <a:lstStyle>
            <a:lvl1pPr indent="0" lvl="0"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CA"/>
              <a:t>‹#›</a:t>
            </a:fld>
            <a:endParaRPr sz="1300">
              <a:solidFill>
                <a:srgbClr val="004C3F"/>
              </a:solidFill>
              <a:latin typeface="Lato"/>
              <a:ea typeface="Lato"/>
              <a:cs typeface="Lato"/>
              <a:sym typeface="Lat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s / Charts" showMasterSp="0">
  <p:cSld name="Graphs / Charts">
    <p:spTree>
      <p:nvGrpSpPr>
        <p:cNvPr id="83" name="Shape 83"/>
        <p:cNvGrpSpPr/>
        <p:nvPr/>
      </p:nvGrpSpPr>
      <p:grpSpPr>
        <a:xfrm>
          <a:off x="0" y="0"/>
          <a:ext cx="0" cy="0"/>
          <a:chOff x="0" y="0"/>
          <a:chExt cx="0" cy="0"/>
        </a:xfrm>
      </p:grpSpPr>
      <p:sp>
        <p:nvSpPr>
          <p:cNvPr id="84" name="Google Shape;84;p23"/>
          <p:cNvSpPr txBox="1"/>
          <p:nvPr>
            <p:ph idx="1" type="body"/>
          </p:nvPr>
        </p:nvSpPr>
        <p:spPr>
          <a:xfrm>
            <a:off x="2413853" y="1131704"/>
            <a:ext cx="7364400" cy="544500"/>
          </a:xfrm>
          <a:prstGeom prst="rect">
            <a:avLst/>
          </a:prstGeom>
          <a:noFill/>
          <a:ln>
            <a:noFill/>
          </a:ln>
        </p:spPr>
        <p:txBody>
          <a:bodyPr anchorCtr="0" anchor="t" bIns="45700" lIns="45700" spcFirstLastPara="1" rIns="45700" wrap="square" tIns="45700">
            <a:noAutofit/>
          </a:bodyPr>
          <a:lstStyle>
            <a:lvl1pPr indent="-228600" lvl="0" marL="457200" marR="0" algn="ctr">
              <a:lnSpc>
                <a:spcPct val="100000"/>
              </a:lnSpc>
              <a:spcBef>
                <a:spcPts val="0"/>
              </a:spcBef>
              <a:spcAft>
                <a:spcPts val="0"/>
              </a:spcAft>
              <a:buClr>
                <a:srgbClr val="F3F4FA"/>
              </a:buClr>
              <a:buSzPts val="1900"/>
              <a:buFont typeface="Arial"/>
              <a:buNone/>
              <a:defRPr b="0" i="0" sz="3100" u="none" cap="none" strike="noStrike">
                <a:solidFill>
                  <a:srgbClr val="F3F4FA"/>
                </a:solidFill>
                <a:latin typeface="Arial"/>
                <a:ea typeface="Arial"/>
                <a:cs typeface="Arial"/>
                <a:sym typeface="Arial"/>
              </a:defRPr>
            </a:lvl1pPr>
            <a:lvl2pPr indent="-349250" lvl="1" marL="9144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2pPr>
            <a:lvl3pPr indent="-349250" lvl="2" marL="13716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3pPr>
            <a:lvl4pPr indent="-349250" lvl="3" marL="18288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4pPr>
            <a:lvl5pPr indent="-349250" lvl="4" marL="22860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5pPr>
            <a:lvl6pPr indent="-349250" lvl="5" marL="27432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6pPr>
            <a:lvl7pPr indent="-349250" lvl="6" marL="32004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7pPr>
            <a:lvl8pPr indent="-349250" lvl="7" marL="36576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8pPr>
            <a:lvl9pPr indent="-349250" lvl="8" marL="4114800" marR="0" algn="l">
              <a:lnSpc>
                <a:spcPct val="100000"/>
              </a:lnSpc>
              <a:spcBef>
                <a:spcPts val="2900"/>
              </a:spcBef>
              <a:spcAft>
                <a:spcPts val="0"/>
              </a:spcAft>
              <a:buClr>
                <a:srgbClr val="000000"/>
              </a:buClr>
              <a:buSzPts val="1900"/>
              <a:buFont typeface="Helvetica Neue Light"/>
              <a:buChar char="•"/>
              <a:defRPr b="0" i="0" sz="2500" u="none" cap="none" strike="noStrike">
                <a:solidFill>
                  <a:srgbClr val="000000"/>
                </a:solidFill>
                <a:latin typeface="Helvetica Neue Light"/>
                <a:ea typeface="Helvetica Neue Light"/>
                <a:cs typeface="Helvetica Neue Light"/>
                <a:sym typeface="Helvetica Neue Light"/>
              </a:defRPr>
            </a:lvl9pPr>
          </a:lstStyle>
          <a:p/>
        </p:txBody>
      </p:sp>
      <p:sp>
        <p:nvSpPr>
          <p:cNvPr id="85" name="Google Shape;85;p23"/>
          <p:cNvSpPr txBox="1"/>
          <p:nvPr>
            <p:ph idx="12" type="sldNum"/>
          </p:nvPr>
        </p:nvSpPr>
        <p:spPr>
          <a:xfrm>
            <a:off x="9633585" y="609600"/>
            <a:ext cx="1948800" cy="255600"/>
          </a:xfrm>
          <a:prstGeom prst="rect">
            <a:avLst/>
          </a:prstGeom>
          <a:noFill/>
          <a:ln>
            <a:noFill/>
          </a:ln>
        </p:spPr>
        <p:txBody>
          <a:bodyPr anchorCtr="0" anchor="t" bIns="35700" lIns="35700" spcFirstLastPara="1" rIns="35700" wrap="square" tIns="35700">
            <a:noAutofit/>
          </a:bodyPr>
          <a:lstStyle>
            <a:lvl1pPr indent="0" lvl="0"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CA"/>
              <a:t>‹#›</a:t>
            </a:fld>
            <a:endParaRPr sz="1300">
              <a:solidFill>
                <a:srgbClr val="004C3F"/>
              </a:solidFill>
              <a:latin typeface="Lato"/>
              <a:ea typeface="Lato"/>
              <a:cs typeface="Lato"/>
              <a:sym typeface="La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amp; Text " showMasterSp="0">
  <p:cSld name="Photo &amp; Text ">
    <p:bg>
      <p:bgPr>
        <a:solidFill>
          <a:srgbClr val="223274"/>
        </a:solidFill>
      </p:bgPr>
    </p:bg>
    <p:spTree>
      <p:nvGrpSpPr>
        <p:cNvPr id="86" name="Shape 86"/>
        <p:cNvGrpSpPr/>
        <p:nvPr/>
      </p:nvGrpSpPr>
      <p:grpSpPr>
        <a:xfrm>
          <a:off x="0" y="0"/>
          <a:ext cx="0" cy="0"/>
          <a:chOff x="0" y="0"/>
          <a:chExt cx="0" cy="0"/>
        </a:xfrm>
      </p:grpSpPr>
      <p:sp>
        <p:nvSpPr>
          <p:cNvPr id="87" name="Google Shape;87;p24"/>
          <p:cNvSpPr/>
          <p:nvPr>
            <p:ph idx="2" type="pic"/>
          </p:nvPr>
        </p:nvSpPr>
        <p:spPr>
          <a:xfrm>
            <a:off x="-120948" y="-124123"/>
            <a:ext cx="12434100" cy="7106100"/>
          </a:xfrm>
          <a:prstGeom prst="rect">
            <a:avLst/>
          </a:prstGeom>
          <a:noFill/>
          <a:ln>
            <a:noFill/>
          </a:ln>
        </p:spPr>
      </p:sp>
      <p:sp>
        <p:nvSpPr>
          <p:cNvPr id="88" name="Google Shape;88;p24"/>
          <p:cNvSpPr txBox="1"/>
          <p:nvPr>
            <p:ph idx="1" type="body"/>
          </p:nvPr>
        </p:nvSpPr>
        <p:spPr>
          <a:xfrm>
            <a:off x="1505775" y="2567781"/>
            <a:ext cx="3409200" cy="1366800"/>
          </a:xfrm>
          <a:prstGeom prst="rect">
            <a:avLst/>
          </a:prstGeom>
          <a:noFill/>
          <a:ln>
            <a:noFill/>
          </a:ln>
        </p:spPr>
        <p:txBody>
          <a:bodyPr anchorCtr="0" anchor="ctr" bIns="45700" lIns="45700" spcFirstLastPara="1" rIns="45700" wrap="square" tIns="45700">
            <a:noAutofit/>
          </a:bodyPr>
          <a:lstStyle>
            <a:lvl1pPr indent="-349250" lvl="0" marL="457200" marR="0" algn="l">
              <a:lnSpc>
                <a:spcPct val="100000"/>
              </a:lnSpc>
              <a:spcBef>
                <a:spcPts val="2900"/>
              </a:spcBef>
              <a:spcAft>
                <a:spcPts val="0"/>
              </a:spcAft>
              <a:buClr>
                <a:srgbClr val="FFFFFF"/>
              </a:buClr>
              <a:buSzPts val="1900"/>
              <a:buChar char="•"/>
              <a:defRPr i="0" sz="1900" u="none" cap="none" strike="noStrike">
                <a:solidFill>
                  <a:srgbClr val="FFFFFF"/>
                </a:solidFill>
              </a:defRPr>
            </a:lvl1pPr>
            <a:lvl2pPr indent="-349250" lvl="1" marL="914400" marR="0" algn="l">
              <a:lnSpc>
                <a:spcPct val="100000"/>
              </a:lnSpc>
              <a:spcBef>
                <a:spcPts val="2900"/>
              </a:spcBef>
              <a:spcAft>
                <a:spcPts val="0"/>
              </a:spcAft>
              <a:buClr>
                <a:srgbClr val="FFFFFF"/>
              </a:buClr>
              <a:buSzPts val="1900"/>
              <a:buChar char="•"/>
              <a:defRPr i="0" sz="1900" u="none" cap="none" strike="noStrike">
                <a:solidFill>
                  <a:srgbClr val="FFFFFF"/>
                </a:solidFill>
              </a:defRPr>
            </a:lvl2pPr>
            <a:lvl3pPr indent="-349250" lvl="2" marL="1371600" marR="0" algn="l">
              <a:lnSpc>
                <a:spcPct val="100000"/>
              </a:lnSpc>
              <a:spcBef>
                <a:spcPts val="2900"/>
              </a:spcBef>
              <a:spcAft>
                <a:spcPts val="0"/>
              </a:spcAft>
              <a:buClr>
                <a:srgbClr val="FFFFFF"/>
              </a:buClr>
              <a:buSzPts val="1900"/>
              <a:buChar char="•"/>
              <a:defRPr i="0" sz="1900" u="none" cap="none" strike="noStrike">
                <a:solidFill>
                  <a:srgbClr val="FFFFFF"/>
                </a:solidFill>
              </a:defRPr>
            </a:lvl3pPr>
            <a:lvl4pPr indent="-349250" lvl="3" marL="1828800" marR="0" algn="l">
              <a:lnSpc>
                <a:spcPct val="100000"/>
              </a:lnSpc>
              <a:spcBef>
                <a:spcPts val="2900"/>
              </a:spcBef>
              <a:spcAft>
                <a:spcPts val="0"/>
              </a:spcAft>
              <a:buClr>
                <a:srgbClr val="FFFFFF"/>
              </a:buClr>
              <a:buSzPts val="1900"/>
              <a:buChar char="•"/>
              <a:defRPr i="0" sz="1900" u="none" cap="none" strike="noStrike">
                <a:solidFill>
                  <a:srgbClr val="FFFFFF"/>
                </a:solidFill>
              </a:defRPr>
            </a:lvl4pPr>
            <a:lvl5pPr indent="-349250" lvl="4" marL="2286000" marR="0" algn="l">
              <a:lnSpc>
                <a:spcPct val="100000"/>
              </a:lnSpc>
              <a:spcBef>
                <a:spcPts val="2900"/>
              </a:spcBef>
              <a:spcAft>
                <a:spcPts val="0"/>
              </a:spcAft>
              <a:buClr>
                <a:srgbClr val="FFFFFF"/>
              </a:buClr>
              <a:buSzPts val="1900"/>
              <a:buChar char="•"/>
              <a:defRPr i="0" sz="1900" u="none" cap="none" strike="noStrike">
                <a:solidFill>
                  <a:srgbClr val="FFFFFF"/>
                </a:solidFill>
              </a:defRPr>
            </a:lvl5pPr>
            <a:lvl6pPr indent="-349250" lvl="5" marL="2743200" marR="0" algn="l">
              <a:lnSpc>
                <a:spcPct val="100000"/>
              </a:lnSpc>
              <a:spcBef>
                <a:spcPts val="2900"/>
              </a:spcBef>
              <a:spcAft>
                <a:spcPts val="0"/>
              </a:spcAft>
              <a:buClr>
                <a:srgbClr val="FFFFFF"/>
              </a:buClr>
              <a:buSzPts val="1900"/>
              <a:buChar char="•"/>
              <a:defRPr i="0" sz="1900" u="none" cap="none" strike="noStrike">
                <a:solidFill>
                  <a:srgbClr val="FFFFFF"/>
                </a:solidFill>
              </a:defRPr>
            </a:lvl6pPr>
            <a:lvl7pPr indent="-349250" lvl="6" marL="3200400" marR="0" algn="l">
              <a:lnSpc>
                <a:spcPct val="100000"/>
              </a:lnSpc>
              <a:spcBef>
                <a:spcPts val="2900"/>
              </a:spcBef>
              <a:spcAft>
                <a:spcPts val="0"/>
              </a:spcAft>
              <a:buClr>
                <a:srgbClr val="FFFFFF"/>
              </a:buClr>
              <a:buSzPts val="1900"/>
              <a:buChar char="•"/>
              <a:defRPr i="0" sz="1900" u="none" cap="none" strike="noStrike">
                <a:solidFill>
                  <a:srgbClr val="FFFFFF"/>
                </a:solidFill>
              </a:defRPr>
            </a:lvl7pPr>
            <a:lvl8pPr indent="-349250" lvl="7" marL="3657600" marR="0" algn="l">
              <a:lnSpc>
                <a:spcPct val="100000"/>
              </a:lnSpc>
              <a:spcBef>
                <a:spcPts val="2900"/>
              </a:spcBef>
              <a:spcAft>
                <a:spcPts val="0"/>
              </a:spcAft>
              <a:buClr>
                <a:srgbClr val="FFFFFF"/>
              </a:buClr>
              <a:buSzPts val="1900"/>
              <a:buChar char="•"/>
              <a:defRPr i="0" sz="1900" u="none" cap="none" strike="noStrike">
                <a:solidFill>
                  <a:srgbClr val="FFFFFF"/>
                </a:solidFill>
              </a:defRPr>
            </a:lvl8pPr>
            <a:lvl9pPr indent="-349250" lvl="8" marL="4114800" marR="0" algn="l">
              <a:lnSpc>
                <a:spcPct val="100000"/>
              </a:lnSpc>
              <a:spcBef>
                <a:spcPts val="2900"/>
              </a:spcBef>
              <a:spcAft>
                <a:spcPts val="0"/>
              </a:spcAft>
              <a:buClr>
                <a:srgbClr val="FFFFFF"/>
              </a:buClr>
              <a:buSzPts val="1900"/>
              <a:buChar char="•"/>
              <a:defRPr i="0" sz="1900" u="none" cap="none" strike="noStrike">
                <a:solidFill>
                  <a:srgbClr val="FFFFFF"/>
                </a:solidFill>
              </a:defRPr>
            </a:lvl9pPr>
          </a:lstStyle>
          <a:p/>
        </p:txBody>
      </p:sp>
      <p:sp>
        <p:nvSpPr>
          <p:cNvPr id="89" name="Google Shape;89;p24"/>
          <p:cNvSpPr txBox="1"/>
          <p:nvPr>
            <p:ph idx="12" type="sldNum"/>
          </p:nvPr>
        </p:nvSpPr>
        <p:spPr>
          <a:xfrm>
            <a:off x="9633585" y="609600"/>
            <a:ext cx="1948800" cy="255600"/>
          </a:xfrm>
          <a:prstGeom prst="rect">
            <a:avLst/>
          </a:prstGeom>
          <a:noFill/>
          <a:ln>
            <a:noFill/>
          </a:ln>
        </p:spPr>
        <p:txBody>
          <a:bodyPr anchorCtr="0" anchor="t" bIns="35700" lIns="35700" spcFirstLastPara="1" rIns="35700" wrap="square" tIns="35700">
            <a:noAutofit/>
          </a:bodyPr>
          <a:lstStyle>
            <a:lvl1pPr indent="0" lvl="0"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CA"/>
              <a:t>‹#›</a:t>
            </a:fld>
            <a:endParaRPr sz="1300">
              <a:solidFill>
                <a:srgbClr val="004C3F"/>
              </a:solidFill>
              <a:latin typeface="Lato"/>
              <a:ea typeface="Lato"/>
              <a:cs typeface="Lato"/>
              <a:sym typeface="Lat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showMasterSp="0">
  <p:cSld name="Photo">
    <p:bg>
      <p:bgPr>
        <a:solidFill>
          <a:srgbClr val="FFFFFF"/>
        </a:solidFill>
      </p:bgPr>
    </p:bg>
    <p:spTree>
      <p:nvGrpSpPr>
        <p:cNvPr id="90" name="Shape 90"/>
        <p:cNvGrpSpPr/>
        <p:nvPr/>
      </p:nvGrpSpPr>
      <p:grpSpPr>
        <a:xfrm>
          <a:off x="0" y="0"/>
          <a:ext cx="0" cy="0"/>
          <a:chOff x="0" y="0"/>
          <a:chExt cx="0" cy="0"/>
        </a:xfrm>
      </p:grpSpPr>
      <p:sp>
        <p:nvSpPr>
          <p:cNvPr id="91" name="Google Shape;91;p25"/>
          <p:cNvSpPr/>
          <p:nvPr>
            <p:ph idx="2" type="pic"/>
          </p:nvPr>
        </p:nvSpPr>
        <p:spPr>
          <a:xfrm>
            <a:off x="-169962" y="-88007"/>
            <a:ext cx="12531900" cy="7034100"/>
          </a:xfrm>
          <a:prstGeom prst="rect">
            <a:avLst/>
          </a:prstGeom>
          <a:noFill/>
          <a:ln>
            <a:noFill/>
          </a:ln>
        </p:spPr>
      </p:sp>
      <p:sp>
        <p:nvSpPr>
          <p:cNvPr id="92" name="Google Shape;92;p25"/>
          <p:cNvSpPr txBox="1"/>
          <p:nvPr>
            <p:ph idx="12" type="sldNum"/>
          </p:nvPr>
        </p:nvSpPr>
        <p:spPr>
          <a:xfrm>
            <a:off x="9633585" y="609600"/>
            <a:ext cx="1948800" cy="255600"/>
          </a:xfrm>
          <a:prstGeom prst="rect">
            <a:avLst/>
          </a:prstGeom>
          <a:noFill/>
          <a:ln>
            <a:noFill/>
          </a:ln>
        </p:spPr>
        <p:txBody>
          <a:bodyPr anchorCtr="0" anchor="t" bIns="35700" lIns="35700" spcFirstLastPara="1" rIns="35700" wrap="square" tIns="35700">
            <a:noAutofit/>
          </a:bodyPr>
          <a:lstStyle>
            <a:lvl1pPr indent="0" lvl="0"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CA"/>
              <a:t>‹#›</a:t>
            </a:fld>
            <a:endParaRPr sz="1300">
              <a:solidFill>
                <a:srgbClr val="004C3F"/>
              </a:solidFill>
              <a:latin typeface="Lato"/>
              <a:ea typeface="Lato"/>
              <a:cs typeface="Lato"/>
              <a:sym typeface="Lat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mp; Photo" showMasterSp="0">
  <p:cSld name="Text &amp; Photo">
    <p:bg>
      <p:bgPr>
        <a:solidFill>
          <a:srgbClr val="223274"/>
        </a:solidFill>
      </p:bgPr>
    </p:bg>
    <p:spTree>
      <p:nvGrpSpPr>
        <p:cNvPr id="93" name="Shape 93"/>
        <p:cNvGrpSpPr/>
        <p:nvPr/>
      </p:nvGrpSpPr>
      <p:grpSpPr>
        <a:xfrm>
          <a:off x="0" y="0"/>
          <a:ext cx="0" cy="0"/>
          <a:chOff x="0" y="0"/>
          <a:chExt cx="0" cy="0"/>
        </a:xfrm>
      </p:grpSpPr>
      <p:sp>
        <p:nvSpPr>
          <p:cNvPr id="94" name="Google Shape;94;p26"/>
          <p:cNvSpPr/>
          <p:nvPr>
            <p:ph idx="2" type="pic"/>
          </p:nvPr>
        </p:nvSpPr>
        <p:spPr>
          <a:xfrm>
            <a:off x="6065941" y="-88007"/>
            <a:ext cx="6234000" cy="7034100"/>
          </a:xfrm>
          <a:prstGeom prst="rect">
            <a:avLst/>
          </a:prstGeom>
          <a:noFill/>
          <a:ln>
            <a:noFill/>
          </a:ln>
        </p:spPr>
      </p:sp>
      <p:sp>
        <p:nvSpPr>
          <p:cNvPr id="95" name="Google Shape;95;p26"/>
          <p:cNvSpPr txBox="1"/>
          <p:nvPr>
            <p:ph idx="1" type="body"/>
          </p:nvPr>
        </p:nvSpPr>
        <p:spPr>
          <a:xfrm>
            <a:off x="1251775" y="2567781"/>
            <a:ext cx="3409200" cy="1366800"/>
          </a:xfrm>
          <a:prstGeom prst="rect">
            <a:avLst/>
          </a:prstGeom>
          <a:noFill/>
          <a:ln>
            <a:noFill/>
          </a:ln>
        </p:spPr>
        <p:txBody>
          <a:bodyPr anchorCtr="0" anchor="ctr" bIns="45700" lIns="45700" spcFirstLastPara="1" rIns="45700" wrap="square" tIns="45700">
            <a:noAutofit/>
          </a:bodyPr>
          <a:lstStyle>
            <a:lvl1pPr indent="-228600" lvl="0" marL="457200" marR="0" algn="l">
              <a:lnSpc>
                <a:spcPct val="100000"/>
              </a:lnSpc>
              <a:spcBef>
                <a:spcPts val="0"/>
              </a:spcBef>
              <a:spcAft>
                <a:spcPts val="0"/>
              </a:spcAft>
              <a:buClr>
                <a:srgbClr val="FFFFFF"/>
              </a:buClr>
              <a:buSzPts val="1900"/>
              <a:buFont typeface="Roboto"/>
              <a:buNone/>
              <a:defRPr i="0" sz="3100" u="none" cap="none" strike="noStrike">
                <a:solidFill>
                  <a:srgbClr val="FFFFFF"/>
                </a:solidFill>
                <a:latin typeface="Roboto"/>
                <a:ea typeface="Roboto"/>
                <a:cs typeface="Roboto"/>
                <a:sym typeface="Roboto"/>
              </a:defRPr>
            </a:lvl1pPr>
            <a:lvl2pPr indent="-349250" lvl="1" marL="914400" marR="0" algn="l">
              <a:lnSpc>
                <a:spcPct val="100000"/>
              </a:lnSpc>
              <a:spcBef>
                <a:spcPts val="2900"/>
              </a:spcBef>
              <a:spcAft>
                <a:spcPts val="0"/>
              </a:spcAft>
              <a:buClr>
                <a:srgbClr val="FFFFFF"/>
              </a:buClr>
              <a:buSzPts val="1900"/>
              <a:buChar char="•"/>
              <a:defRPr i="0" sz="2500" u="none" cap="none" strike="noStrike">
                <a:solidFill>
                  <a:srgbClr val="FFFFFF"/>
                </a:solidFill>
              </a:defRPr>
            </a:lvl2pPr>
            <a:lvl3pPr indent="-349250" lvl="2" marL="1371600" marR="0" algn="l">
              <a:lnSpc>
                <a:spcPct val="100000"/>
              </a:lnSpc>
              <a:spcBef>
                <a:spcPts val="2900"/>
              </a:spcBef>
              <a:spcAft>
                <a:spcPts val="0"/>
              </a:spcAft>
              <a:buClr>
                <a:srgbClr val="FFFFFF"/>
              </a:buClr>
              <a:buSzPts val="1900"/>
              <a:buChar char="•"/>
              <a:defRPr i="0" sz="2500" u="none" cap="none" strike="noStrike">
                <a:solidFill>
                  <a:srgbClr val="FFFFFF"/>
                </a:solidFill>
              </a:defRPr>
            </a:lvl3pPr>
            <a:lvl4pPr indent="-349250" lvl="3" marL="1828800" marR="0" algn="l">
              <a:lnSpc>
                <a:spcPct val="100000"/>
              </a:lnSpc>
              <a:spcBef>
                <a:spcPts val="2900"/>
              </a:spcBef>
              <a:spcAft>
                <a:spcPts val="0"/>
              </a:spcAft>
              <a:buClr>
                <a:srgbClr val="FFFFFF"/>
              </a:buClr>
              <a:buSzPts val="1900"/>
              <a:buChar char="•"/>
              <a:defRPr i="0" sz="2500" u="none" cap="none" strike="noStrike">
                <a:solidFill>
                  <a:srgbClr val="FFFFFF"/>
                </a:solidFill>
              </a:defRPr>
            </a:lvl4pPr>
            <a:lvl5pPr indent="-349250" lvl="4" marL="2286000" marR="0" algn="l">
              <a:lnSpc>
                <a:spcPct val="100000"/>
              </a:lnSpc>
              <a:spcBef>
                <a:spcPts val="2900"/>
              </a:spcBef>
              <a:spcAft>
                <a:spcPts val="0"/>
              </a:spcAft>
              <a:buClr>
                <a:srgbClr val="FFFFFF"/>
              </a:buClr>
              <a:buSzPts val="1900"/>
              <a:buChar char="•"/>
              <a:defRPr i="0" sz="2500" u="none" cap="none" strike="noStrike">
                <a:solidFill>
                  <a:srgbClr val="FFFFFF"/>
                </a:solidFill>
              </a:defRPr>
            </a:lvl5pPr>
            <a:lvl6pPr indent="-349250" lvl="5" marL="2743200" marR="0" algn="l">
              <a:lnSpc>
                <a:spcPct val="100000"/>
              </a:lnSpc>
              <a:spcBef>
                <a:spcPts val="2900"/>
              </a:spcBef>
              <a:spcAft>
                <a:spcPts val="0"/>
              </a:spcAft>
              <a:buClr>
                <a:srgbClr val="FFFFFF"/>
              </a:buClr>
              <a:buSzPts val="1900"/>
              <a:buChar char="•"/>
              <a:defRPr i="0" sz="2500" u="none" cap="none" strike="noStrike">
                <a:solidFill>
                  <a:srgbClr val="FFFFFF"/>
                </a:solidFill>
              </a:defRPr>
            </a:lvl6pPr>
            <a:lvl7pPr indent="-349250" lvl="6" marL="3200400" marR="0" algn="l">
              <a:lnSpc>
                <a:spcPct val="100000"/>
              </a:lnSpc>
              <a:spcBef>
                <a:spcPts val="2900"/>
              </a:spcBef>
              <a:spcAft>
                <a:spcPts val="0"/>
              </a:spcAft>
              <a:buClr>
                <a:srgbClr val="FFFFFF"/>
              </a:buClr>
              <a:buSzPts val="1900"/>
              <a:buChar char="•"/>
              <a:defRPr i="0" sz="2500" u="none" cap="none" strike="noStrike">
                <a:solidFill>
                  <a:srgbClr val="FFFFFF"/>
                </a:solidFill>
              </a:defRPr>
            </a:lvl7pPr>
            <a:lvl8pPr indent="-349250" lvl="7" marL="3657600" marR="0" algn="l">
              <a:lnSpc>
                <a:spcPct val="100000"/>
              </a:lnSpc>
              <a:spcBef>
                <a:spcPts val="2900"/>
              </a:spcBef>
              <a:spcAft>
                <a:spcPts val="0"/>
              </a:spcAft>
              <a:buClr>
                <a:srgbClr val="FFFFFF"/>
              </a:buClr>
              <a:buSzPts val="1900"/>
              <a:buChar char="•"/>
              <a:defRPr i="0" sz="2500" u="none" cap="none" strike="noStrike">
                <a:solidFill>
                  <a:srgbClr val="FFFFFF"/>
                </a:solidFill>
              </a:defRPr>
            </a:lvl8pPr>
            <a:lvl9pPr indent="-349250" lvl="8" marL="4114800" marR="0" algn="l">
              <a:lnSpc>
                <a:spcPct val="100000"/>
              </a:lnSpc>
              <a:spcBef>
                <a:spcPts val="2900"/>
              </a:spcBef>
              <a:spcAft>
                <a:spcPts val="0"/>
              </a:spcAft>
              <a:buClr>
                <a:srgbClr val="FFFFFF"/>
              </a:buClr>
              <a:buSzPts val="1900"/>
              <a:buChar char="•"/>
              <a:defRPr i="0" sz="2500" u="none" cap="none" strike="noStrike">
                <a:solidFill>
                  <a:srgbClr val="FFFFFF"/>
                </a:solidFill>
              </a:defRPr>
            </a:lvl9pPr>
          </a:lstStyle>
          <a:p/>
        </p:txBody>
      </p:sp>
      <p:sp>
        <p:nvSpPr>
          <p:cNvPr id="96" name="Google Shape;96;p26"/>
          <p:cNvSpPr txBox="1"/>
          <p:nvPr>
            <p:ph idx="12" type="sldNum"/>
          </p:nvPr>
        </p:nvSpPr>
        <p:spPr>
          <a:xfrm>
            <a:off x="9633585" y="609600"/>
            <a:ext cx="1948800" cy="255600"/>
          </a:xfrm>
          <a:prstGeom prst="rect">
            <a:avLst/>
          </a:prstGeom>
          <a:noFill/>
          <a:ln>
            <a:noFill/>
          </a:ln>
        </p:spPr>
        <p:txBody>
          <a:bodyPr anchorCtr="0" anchor="t" bIns="35700" lIns="35700" spcFirstLastPara="1" rIns="35700" wrap="square" tIns="35700">
            <a:noAutofit/>
          </a:bodyPr>
          <a:lstStyle>
            <a:lvl1pPr indent="0" lvl="0"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CA"/>
              <a:t>‹#›</a:t>
            </a:fld>
            <a:endParaRPr sz="1300">
              <a:solidFill>
                <a:srgbClr val="004C3F"/>
              </a:solidFill>
              <a:latin typeface="Lato"/>
              <a:ea typeface="Lato"/>
              <a:cs typeface="Lato"/>
              <a:sym typeface="Lat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amp; Text" showMasterSp="0">
  <p:cSld name="Photo &amp; Text">
    <p:bg>
      <p:bgPr>
        <a:solidFill>
          <a:srgbClr val="223274"/>
        </a:solidFill>
      </p:bgPr>
    </p:bg>
    <p:spTree>
      <p:nvGrpSpPr>
        <p:cNvPr id="97" name="Shape 97"/>
        <p:cNvGrpSpPr/>
        <p:nvPr/>
      </p:nvGrpSpPr>
      <p:grpSpPr>
        <a:xfrm>
          <a:off x="0" y="0"/>
          <a:ext cx="0" cy="0"/>
          <a:chOff x="0" y="0"/>
          <a:chExt cx="0" cy="0"/>
        </a:xfrm>
      </p:grpSpPr>
      <p:sp>
        <p:nvSpPr>
          <p:cNvPr id="98" name="Google Shape;98;p27"/>
          <p:cNvSpPr txBox="1"/>
          <p:nvPr>
            <p:ph idx="1" type="body"/>
          </p:nvPr>
        </p:nvSpPr>
        <p:spPr>
          <a:xfrm>
            <a:off x="7550976" y="2567781"/>
            <a:ext cx="3409200" cy="1366800"/>
          </a:xfrm>
          <a:prstGeom prst="rect">
            <a:avLst/>
          </a:prstGeom>
          <a:noFill/>
          <a:ln>
            <a:noFill/>
          </a:ln>
        </p:spPr>
        <p:txBody>
          <a:bodyPr anchorCtr="0" anchor="ctr" bIns="45700" lIns="45700" spcFirstLastPara="1" rIns="45700" wrap="square" tIns="45700">
            <a:noAutofit/>
          </a:bodyPr>
          <a:lstStyle>
            <a:lvl1pPr indent="-228600" lvl="0" marL="457200" marR="0" algn="l">
              <a:lnSpc>
                <a:spcPct val="100000"/>
              </a:lnSpc>
              <a:spcBef>
                <a:spcPts val="0"/>
              </a:spcBef>
              <a:spcAft>
                <a:spcPts val="0"/>
              </a:spcAft>
              <a:buClr>
                <a:srgbClr val="FFFFFF"/>
              </a:buClr>
              <a:buSzPts val="1900"/>
              <a:buFont typeface="Roboto"/>
              <a:buNone/>
              <a:defRPr i="0" sz="3100" u="none" cap="none" strike="noStrike">
                <a:solidFill>
                  <a:srgbClr val="FFFFFF"/>
                </a:solidFill>
                <a:latin typeface="Roboto"/>
                <a:ea typeface="Roboto"/>
                <a:cs typeface="Roboto"/>
                <a:sym typeface="Roboto"/>
              </a:defRPr>
            </a:lvl1pPr>
            <a:lvl2pPr indent="-349250" lvl="1" marL="914400" marR="0" algn="l">
              <a:lnSpc>
                <a:spcPct val="100000"/>
              </a:lnSpc>
              <a:spcBef>
                <a:spcPts val="2900"/>
              </a:spcBef>
              <a:spcAft>
                <a:spcPts val="0"/>
              </a:spcAft>
              <a:buClr>
                <a:srgbClr val="FFFFFF"/>
              </a:buClr>
              <a:buSzPts val="1900"/>
              <a:buChar char="•"/>
              <a:defRPr i="0" sz="2500" u="none" cap="none" strike="noStrike">
                <a:solidFill>
                  <a:srgbClr val="FFFFFF"/>
                </a:solidFill>
              </a:defRPr>
            </a:lvl2pPr>
            <a:lvl3pPr indent="-349250" lvl="2" marL="1371600" marR="0" algn="l">
              <a:lnSpc>
                <a:spcPct val="100000"/>
              </a:lnSpc>
              <a:spcBef>
                <a:spcPts val="2900"/>
              </a:spcBef>
              <a:spcAft>
                <a:spcPts val="0"/>
              </a:spcAft>
              <a:buClr>
                <a:srgbClr val="FFFFFF"/>
              </a:buClr>
              <a:buSzPts val="1900"/>
              <a:buChar char="•"/>
              <a:defRPr i="0" sz="2500" u="none" cap="none" strike="noStrike">
                <a:solidFill>
                  <a:srgbClr val="FFFFFF"/>
                </a:solidFill>
              </a:defRPr>
            </a:lvl3pPr>
            <a:lvl4pPr indent="-349250" lvl="3" marL="1828800" marR="0" algn="l">
              <a:lnSpc>
                <a:spcPct val="100000"/>
              </a:lnSpc>
              <a:spcBef>
                <a:spcPts val="2900"/>
              </a:spcBef>
              <a:spcAft>
                <a:spcPts val="0"/>
              </a:spcAft>
              <a:buClr>
                <a:srgbClr val="FFFFFF"/>
              </a:buClr>
              <a:buSzPts val="1900"/>
              <a:buChar char="•"/>
              <a:defRPr i="0" sz="2500" u="none" cap="none" strike="noStrike">
                <a:solidFill>
                  <a:srgbClr val="FFFFFF"/>
                </a:solidFill>
              </a:defRPr>
            </a:lvl4pPr>
            <a:lvl5pPr indent="-349250" lvl="4" marL="2286000" marR="0" algn="l">
              <a:lnSpc>
                <a:spcPct val="100000"/>
              </a:lnSpc>
              <a:spcBef>
                <a:spcPts val="2900"/>
              </a:spcBef>
              <a:spcAft>
                <a:spcPts val="0"/>
              </a:spcAft>
              <a:buClr>
                <a:srgbClr val="FFFFFF"/>
              </a:buClr>
              <a:buSzPts val="1900"/>
              <a:buChar char="•"/>
              <a:defRPr i="0" sz="2500" u="none" cap="none" strike="noStrike">
                <a:solidFill>
                  <a:srgbClr val="FFFFFF"/>
                </a:solidFill>
              </a:defRPr>
            </a:lvl5pPr>
            <a:lvl6pPr indent="-349250" lvl="5" marL="2743200" marR="0" algn="l">
              <a:lnSpc>
                <a:spcPct val="100000"/>
              </a:lnSpc>
              <a:spcBef>
                <a:spcPts val="2900"/>
              </a:spcBef>
              <a:spcAft>
                <a:spcPts val="0"/>
              </a:spcAft>
              <a:buClr>
                <a:srgbClr val="FFFFFF"/>
              </a:buClr>
              <a:buSzPts val="1900"/>
              <a:buChar char="•"/>
              <a:defRPr i="0" sz="2500" u="none" cap="none" strike="noStrike">
                <a:solidFill>
                  <a:srgbClr val="FFFFFF"/>
                </a:solidFill>
              </a:defRPr>
            </a:lvl6pPr>
            <a:lvl7pPr indent="-349250" lvl="6" marL="3200400" marR="0" algn="l">
              <a:lnSpc>
                <a:spcPct val="100000"/>
              </a:lnSpc>
              <a:spcBef>
                <a:spcPts val="2900"/>
              </a:spcBef>
              <a:spcAft>
                <a:spcPts val="0"/>
              </a:spcAft>
              <a:buClr>
                <a:srgbClr val="FFFFFF"/>
              </a:buClr>
              <a:buSzPts val="1900"/>
              <a:buChar char="•"/>
              <a:defRPr i="0" sz="2500" u="none" cap="none" strike="noStrike">
                <a:solidFill>
                  <a:srgbClr val="FFFFFF"/>
                </a:solidFill>
              </a:defRPr>
            </a:lvl7pPr>
            <a:lvl8pPr indent="-349250" lvl="7" marL="3657600" marR="0" algn="l">
              <a:lnSpc>
                <a:spcPct val="100000"/>
              </a:lnSpc>
              <a:spcBef>
                <a:spcPts val="2900"/>
              </a:spcBef>
              <a:spcAft>
                <a:spcPts val="0"/>
              </a:spcAft>
              <a:buClr>
                <a:srgbClr val="FFFFFF"/>
              </a:buClr>
              <a:buSzPts val="1900"/>
              <a:buChar char="•"/>
              <a:defRPr i="0" sz="2500" u="none" cap="none" strike="noStrike">
                <a:solidFill>
                  <a:srgbClr val="FFFFFF"/>
                </a:solidFill>
              </a:defRPr>
            </a:lvl8pPr>
            <a:lvl9pPr indent="-349250" lvl="8" marL="4114800" marR="0" algn="l">
              <a:lnSpc>
                <a:spcPct val="100000"/>
              </a:lnSpc>
              <a:spcBef>
                <a:spcPts val="2900"/>
              </a:spcBef>
              <a:spcAft>
                <a:spcPts val="0"/>
              </a:spcAft>
              <a:buClr>
                <a:srgbClr val="FFFFFF"/>
              </a:buClr>
              <a:buSzPts val="1900"/>
              <a:buChar char="•"/>
              <a:defRPr i="0" sz="2500" u="none" cap="none" strike="noStrike">
                <a:solidFill>
                  <a:srgbClr val="FFFFFF"/>
                </a:solidFill>
              </a:defRPr>
            </a:lvl9pPr>
          </a:lstStyle>
          <a:p/>
        </p:txBody>
      </p:sp>
      <p:sp>
        <p:nvSpPr>
          <p:cNvPr id="99" name="Google Shape;99;p27"/>
          <p:cNvSpPr/>
          <p:nvPr>
            <p:ph idx="2" type="pic"/>
          </p:nvPr>
        </p:nvSpPr>
        <p:spPr>
          <a:xfrm>
            <a:off x="-80859" y="-88007"/>
            <a:ext cx="6234000" cy="7034100"/>
          </a:xfrm>
          <a:prstGeom prst="rect">
            <a:avLst/>
          </a:prstGeom>
          <a:noFill/>
          <a:ln>
            <a:noFill/>
          </a:ln>
        </p:spPr>
      </p:sp>
      <p:sp>
        <p:nvSpPr>
          <p:cNvPr id="100" name="Google Shape;100;p27"/>
          <p:cNvSpPr txBox="1"/>
          <p:nvPr>
            <p:ph idx="12" type="sldNum"/>
          </p:nvPr>
        </p:nvSpPr>
        <p:spPr>
          <a:xfrm>
            <a:off x="9633585" y="609600"/>
            <a:ext cx="1948800" cy="255600"/>
          </a:xfrm>
          <a:prstGeom prst="rect">
            <a:avLst/>
          </a:prstGeom>
          <a:noFill/>
          <a:ln>
            <a:noFill/>
          </a:ln>
        </p:spPr>
        <p:txBody>
          <a:bodyPr anchorCtr="0" anchor="t" bIns="35700" lIns="35700" spcFirstLastPara="1" rIns="35700" wrap="square" tIns="35700">
            <a:noAutofit/>
          </a:bodyPr>
          <a:lstStyle>
            <a:lvl1pPr indent="0" lvl="0"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CA"/>
              <a:t>‹#›</a:t>
            </a:fld>
            <a:endParaRPr sz="1300">
              <a:solidFill>
                <a:srgbClr val="004C3F"/>
              </a:solidFill>
              <a:latin typeface="Lato"/>
              <a:ea typeface="Lato"/>
              <a:cs typeface="Lato"/>
              <a:sym typeface="Lato"/>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s &amp; Photo" showMasterSp="0">
  <p:cSld name="Bullets &amp; Photo">
    <p:bg>
      <p:bgPr>
        <a:solidFill>
          <a:srgbClr val="223274"/>
        </a:solidFill>
      </p:bgPr>
    </p:bg>
    <p:spTree>
      <p:nvGrpSpPr>
        <p:cNvPr id="101" name="Shape 101"/>
        <p:cNvGrpSpPr/>
        <p:nvPr/>
      </p:nvGrpSpPr>
      <p:grpSpPr>
        <a:xfrm>
          <a:off x="0" y="0"/>
          <a:ext cx="0" cy="0"/>
          <a:chOff x="0" y="0"/>
          <a:chExt cx="0" cy="0"/>
        </a:xfrm>
      </p:grpSpPr>
      <p:sp>
        <p:nvSpPr>
          <p:cNvPr id="102" name="Google Shape;102;p28"/>
          <p:cNvSpPr/>
          <p:nvPr>
            <p:ph idx="2" type="pic"/>
          </p:nvPr>
        </p:nvSpPr>
        <p:spPr>
          <a:xfrm>
            <a:off x="6065941" y="-88007"/>
            <a:ext cx="6234000" cy="7034100"/>
          </a:xfrm>
          <a:prstGeom prst="rect">
            <a:avLst/>
          </a:prstGeom>
          <a:noFill/>
          <a:ln>
            <a:noFill/>
          </a:ln>
        </p:spPr>
      </p:sp>
      <p:sp>
        <p:nvSpPr>
          <p:cNvPr id="103" name="Google Shape;103;p28"/>
          <p:cNvSpPr txBox="1"/>
          <p:nvPr>
            <p:ph idx="1" type="body"/>
          </p:nvPr>
        </p:nvSpPr>
        <p:spPr>
          <a:xfrm>
            <a:off x="891813" y="2034381"/>
            <a:ext cx="4288500" cy="2789100"/>
          </a:xfrm>
          <a:prstGeom prst="rect">
            <a:avLst/>
          </a:prstGeom>
          <a:noFill/>
          <a:ln>
            <a:noFill/>
          </a:ln>
        </p:spPr>
        <p:txBody>
          <a:bodyPr anchorCtr="0" anchor="ctr" bIns="45700" lIns="45700" spcFirstLastPara="1" rIns="45700" wrap="square" tIns="45700">
            <a:noAutofit/>
          </a:bodyPr>
          <a:lstStyle>
            <a:lvl1pPr indent="-349250" lvl="0" marL="457200" marR="0" algn="l">
              <a:lnSpc>
                <a:spcPct val="100000"/>
              </a:lnSpc>
              <a:spcBef>
                <a:spcPts val="2900"/>
              </a:spcBef>
              <a:spcAft>
                <a:spcPts val="0"/>
              </a:spcAft>
              <a:buClr>
                <a:srgbClr val="FFFFFF"/>
              </a:buClr>
              <a:buSzPts val="1900"/>
              <a:buChar char="•"/>
              <a:defRPr i="0" sz="2500" u="none" cap="none" strike="noStrike">
                <a:solidFill>
                  <a:srgbClr val="FFFFFF"/>
                </a:solidFill>
              </a:defRPr>
            </a:lvl1pPr>
            <a:lvl2pPr indent="-349250" lvl="1" marL="914400" marR="0" algn="l">
              <a:lnSpc>
                <a:spcPct val="100000"/>
              </a:lnSpc>
              <a:spcBef>
                <a:spcPts val="2900"/>
              </a:spcBef>
              <a:spcAft>
                <a:spcPts val="0"/>
              </a:spcAft>
              <a:buClr>
                <a:srgbClr val="FFFFFF"/>
              </a:buClr>
              <a:buSzPts val="1900"/>
              <a:buChar char="•"/>
              <a:defRPr i="0" sz="2500" u="none" cap="none" strike="noStrike">
                <a:solidFill>
                  <a:srgbClr val="FFFFFF"/>
                </a:solidFill>
              </a:defRPr>
            </a:lvl2pPr>
            <a:lvl3pPr indent="-349250" lvl="2" marL="1371600" marR="0" algn="l">
              <a:lnSpc>
                <a:spcPct val="100000"/>
              </a:lnSpc>
              <a:spcBef>
                <a:spcPts val="2900"/>
              </a:spcBef>
              <a:spcAft>
                <a:spcPts val="0"/>
              </a:spcAft>
              <a:buClr>
                <a:srgbClr val="FFFFFF"/>
              </a:buClr>
              <a:buSzPts val="1900"/>
              <a:buChar char="•"/>
              <a:defRPr i="0" sz="2500" u="none" cap="none" strike="noStrike">
                <a:solidFill>
                  <a:srgbClr val="FFFFFF"/>
                </a:solidFill>
              </a:defRPr>
            </a:lvl3pPr>
            <a:lvl4pPr indent="-349250" lvl="3" marL="1828800" marR="0" algn="l">
              <a:lnSpc>
                <a:spcPct val="100000"/>
              </a:lnSpc>
              <a:spcBef>
                <a:spcPts val="2900"/>
              </a:spcBef>
              <a:spcAft>
                <a:spcPts val="0"/>
              </a:spcAft>
              <a:buClr>
                <a:srgbClr val="FFFFFF"/>
              </a:buClr>
              <a:buSzPts val="1900"/>
              <a:buChar char="•"/>
              <a:defRPr i="0" sz="2500" u="none" cap="none" strike="noStrike">
                <a:solidFill>
                  <a:srgbClr val="FFFFFF"/>
                </a:solidFill>
              </a:defRPr>
            </a:lvl4pPr>
            <a:lvl5pPr indent="-349250" lvl="4" marL="2286000" marR="0" algn="l">
              <a:lnSpc>
                <a:spcPct val="100000"/>
              </a:lnSpc>
              <a:spcBef>
                <a:spcPts val="2900"/>
              </a:spcBef>
              <a:spcAft>
                <a:spcPts val="0"/>
              </a:spcAft>
              <a:buClr>
                <a:srgbClr val="FFFFFF"/>
              </a:buClr>
              <a:buSzPts val="1900"/>
              <a:buChar char="•"/>
              <a:defRPr i="0" sz="2500" u="none" cap="none" strike="noStrike">
                <a:solidFill>
                  <a:srgbClr val="FFFFFF"/>
                </a:solidFill>
              </a:defRPr>
            </a:lvl5pPr>
            <a:lvl6pPr indent="-349250" lvl="5" marL="2743200" marR="0" algn="l">
              <a:lnSpc>
                <a:spcPct val="100000"/>
              </a:lnSpc>
              <a:spcBef>
                <a:spcPts val="2900"/>
              </a:spcBef>
              <a:spcAft>
                <a:spcPts val="0"/>
              </a:spcAft>
              <a:buClr>
                <a:srgbClr val="FFFFFF"/>
              </a:buClr>
              <a:buSzPts val="1900"/>
              <a:buChar char="•"/>
              <a:defRPr i="0" sz="2500" u="none" cap="none" strike="noStrike">
                <a:solidFill>
                  <a:srgbClr val="FFFFFF"/>
                </a:solidFill>
              </a:defRPr>
            </a:lvl6pPr>
            <a:lvl7pPr indent="-349250" lvl="6" marL="3200400" marR="0" algn="l">
              <a:lnSpc>
                <a:spcPct val="100000"/>
              </a:lnSpc>
              <a:spcBef>
                <a:spcPts val="2900"/>
              </a:spcBef>
              <a:spcAft>
                <a:spcPts val="0"/>
              </a:spcAft>
              <a:buClr>
                <a:srgbClr val="FFFFFF"/>
              </a:buClr>
              <a:buSzPts val="1900"/>
              <a:buChar char="•"/>
              <a:defRPr i="0" sz="2500" u="none" cap="none" strike="noStrike">
                <a:solidFill>
                  <a:srgbClr val="FFFFFF"/>
                </a:solidFill>
              </a:defRPr>
            </a:lvl7pPr>
            <a:lvl8pPr indent="-349250" lvl="7" marL="3657600" marR="0" algn="l">
              <a:lnSpc>
                <a:spcPct val="100000"/>
              </a:lnSpc>
              <a:spcBef>
                <a:spcPts val="2900"/>
              </a:spcBef>
              <a:spcAft>
                <a:spcPts val="0"/>
              </a:spcAft>
              <a:buClr>
                <a:srgbClr val="FFFFFF"/>
              </a:buClr>
              <a:buSzPts val="1900"/>
              <a:buChar char="•"/>
              <a:defRPr i="0" sz="2500" u="none" cap="none" strike="noStrike">
                <a:solidFill>
                  <a:srgbClr val="FFFFFF"/>
                </a:solidFill>
              </a:defRPr>
            </a:lvl8pPr>
            <a:lvl9pPr indent="-349250" lvl="8" marL="4114800" marR="0" algn="l">
              <a:lnSpc>
                <a:spcPct val="100000"/>
              </a:lnSpc>
              <a:spcBef>
                <a:spcPts val="2900"/>
              </a:spcBef>
              <a:spcAft>
                <a:spcPts val="0"/>
              </a:spcAft>
              <a:buClr>
                <a:srgbClr val="FFFFFF"/>
              </a:buClr>
              <a:buSzPts val="1900"/>
              <a:buChar char="•"/>
              <a:defRPr i="0" sz="2500" u="none" cap="none" strike="noStrike">
                <a:solidFill>
                  <a:srgbClr val="FFFFFF"/>
                </a:solidFill>
              </a:defRPr>
            </a:lvl9pPr>
          </a:lstStyle>
          <a:p/>
        </p:txBody>
      </p:sp>
      <p:sp>
        <p:nvSpPr>
          <p:cNvPr id="104" name="Google Shape;104;p28"/>
          <p:cNvSpPr txBox="1"/>
          <p:nvPr>
            <p:ph idx="12" type="sldNum"/>
          </p:nvPr>
        </p:nvSpPr>
        <p:spPr>
          <a:xfrm>
            <a:off x="9633585" y="609600"/>
            <a:ext cx="1948800" cy="255600"/>
          </a:xfrm>
          <a:prstGeom prst="rect">
            <a:avLst/>
          </a:prstGeom>
          <a:noFill/>
          <a:ln>
            <a:noFill/>
          </a:ln>
        </p:spPr>
        <p:txBody>
          <a:bodyPr anchorCtr="0" anchor="t" bIns="35700" lIns="35700" spcFirstLastPara="1" rIns="35700" wrap="square" tIns="35700">
            <a:noAutofit/>
          </a:bodyPr>
          <a:lstStyle>
            <a:lvl1pPr indent="0" lvl="0"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CA"/>
              <a:t>‹#›</a:t>
            </a:fld>
            <a:endParaRPr sz="1300">
              <a:solidFill>
                <a:srgbClr val="004C3F"/>
              </a:solidFill>
              <a:latin typeface="Lato"/>
              <a:ea typeface="Lato"/>
              <a:cs typeface="Lato"/>
              <a:sym typeface="Lato"/>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amp; Bullets" showMasterSp="0">
  <p:cSld name="Photo &amp; Bullets">
    <p:bg>
      <p:bgPr>
        <a:solidFill>
          <a:srgbClr val="223274"/>
        </a:solidFill>
      </p:bgPr>
    </p:bg>
    <p:spTree>
      <p:nvGrpSpPr>
        <p:cNvPr id="105" name="Shape 105"/>
        <p:cNvGrpSpPr/>
        <p:nvPr/>
      </p:nvGrpSpPr>
      <p:grpSpPr>
        <a:xfrm>
          <a:off x="0" y="0"/>
          <a:ext cx="0" cy="0"/>
          <a:chOff x="0" y="0"/>
          <a:chExt cx="0" cy="0"/>
        </a:xfrm>
      </p:grpSpPr>
      <p:sp>
        <p:nvSpPr>
          <p:cNvPr id="106" name="Google Shape;106;p29"/>
          <p:cNvSpPr/>
          <p:nvPr>
            <p:ph idx="2" type="pic"/>
          </p:nvPr>
        </p:nvSpPr>
        <p:spPr>
          <a:xfrm>
            <a:off x="-80859" y="-88007"/>
            <a:ext cx="6234000" cy="7034100"/>
          </a:xfrm>
          <a:prstGeom prst="rect">
            <a:avLst/>
          </a:prstGeom>
          <a:noFill/>
          <a:ln>
            <a:noFill/>
          </a:ln>
        </p:spPr>
      </p:sp>
      <p:sp>
        <p:nvSpPr>
          <p:cNvPr id="107" name="Google Shape;107;p29"/>
          <p:cNvSpPr txBox="1"/>
          <p:nvPr>
            <p:ph idx="1" type="body"/>
          </p:nvPr>
        </p:nvSpPr>
        <p:spPr>
          <a:xfrm>
            <a:off x="7089413" y="2034381"/>
            <a:ext cx="4288500" cy="2789100"/>
          </a:xfrm>
          <a:prstGeom prst="rect">
            <a:avLst/>
          </a:prstGeom>
          <a:noFill/>
          <a:ln>
            <a:noFill/>
          </a:ln>
        </p:spPr>
        <p:txBody>
          <a:bodyPr anchorCtr="0" anchor="ctr" bIns="45700" lIns="45700" spcFirstLastPara="1" rIns="45700" wrap="square" tIns="45700">
            <a:noAutofit/>
          </a:bodyPr>
          <a:lstStyle>
            <a:lvl1pPr indent="-349250" lvl="0" marL="457200" marR="0" algn="l">
              <a:lnSpc>
                <a:spcPct val="100000"/>
              </a:lnSpc>
              <a:spcBef>
                <a:spcPts val="2900"/>
              </a:spcBef>
              <a:spcAft>
                <a:spcPts val="0"/>
              </a:spcAft>
              <a:buClr>
                <a:srgbClr val="FFFFFF"/>
              </a:buClr>
              <a:buSzPts val="1900"/>
              <a:buChar char="•"/>
              <a:defRPr i="0" sz="2500" u="none" cap="none" strike="noStrike">
                <a:solidFill>
                  <a:srgbClr val="FFFFFF"/>
                </a:solidFill>
              </a:defRPr>
            </a:lvl1pPr>
            <a:lvl2pPr indent="-349250" lvl="1" marL="914400" marR="0" algn="l">
              <a:lnSpc>
                <a:spcPct val="100000"/>
              </a:lnSpc>
              <a:spcBef>
                <a:spcPts val="2900"/>
              </a:spcBef>
              <a:spcAft>
                <a:spcPts val="0"/>
              </a:spcAft>
              <a:buClr>
                <a:srgbClr val="FFFFFF"/>
              </a:buClr>
              <a:buSzPts val="1900"/>
              <a:buChar char="•"/>
              <a:defRPr i="0" sz="2500" u="none" cap="none" strike="noStrike">
                <a:solidFill>
                  <a:srgbClr val="FFFFFF"/>
                </a:solidFill>
              </a:defRPr>
            </a:lvl2pPr>
            <a:lvl3pPr indent="-349250" lvl="2" marL="1371600" marR="0" algn="l">
              <a:lnSpc>
                <a:spcPct val="100000"/>
              </a:lnSpc>
              <a:spcBef>
                <a:spcPts val="2900"/>
              </a:spcBef>
              <a:spcAft>
                <a:spcPts val="0"/>
              </a:spcAft>
              <a:buClr>
                <a:srgbClr val="FFFFFF"/>
              </a:buClr>
              <a:buSzPts val="1900"/>
              <a:buChar char="•"/>
              <a:defRPr i="0" sz="2500" u="none" cap="none" strike="noStrike">
                <a:solidFill>
                  <a:srgbClr val="FFFFFF"/>
                </a:solidFill>
              </a:defRPr>
            </a:lvl3pPr>
            <a:lvl4pPr indent="-349250" lvl="3" marL="1828800" marR="0" algn="l">
              <a:lnSpc>
                <a:spcPct val="100000"/>
              </a:lnSpc>
              <a:spcBef>
                <a:spcPts val="2900"/>
              </a:spcBef>
              <a:spcAft>
                <a:spcPts val="0"/>
              </a:spcAft>
              <a:buClr>
                <a:srgbClr val="FFFFFF"/>
              </a:buClr>
              <a:buSzPts val="1900"/>
              <a:buChar char="•"/>
              <a:defRPr i="0" sz="2500" u="none" cap="none" strike="noStrike">
                <a:solidFill>
                  <a:srgbClr val="FFFFFF"/>
                </a:solidFill>
              </a:defRPr>
            </a:lvl4pPr>
            <a:lvl5pPr indent="-349250" lvl="4" marL="2286000" marR="0" algn="l">
              <a:lnSpc>
                <a:spcPct val="100000"/>
              </a:lnSpc>
              <a:spcBef>
                <a:spcPts val="2900"/>
              </a:spcBef>
              <a:spcAft>
                <a:spcPts val="0"/>
              </a:spcAft>
              <a:buClr>
                <a:srgbClr val="FFFFFF"/>
              </a:buClr>
              <a:buSzPts val="1900"/>
              <a:buChar char="•"/>
              <a:defRPr i="0" sz="2500" u="none" cap="none" strike="noStrike">
                <a:solidFill>
                  <a:srgbClr val="FFFFFF"/>
                </a:solidFill>
              </a:defRPr>
            </a:lvl5pPr>
            <a:lvl6pPr indent="-349250" lvl="5" marL="2743200" marR="0" algn="l">
              <a:lnSpc>
                <a:spcPct val="100000"/>
              </a:lnSpc>
              <a:spcBef>
                <a:spcPts val="2900"/>
              </a:spcBef>
              <a:spcAft>
                <a:spcPts val="0"/>
              </a:spcAft>
              <a:buClr>
                <a:srgbClr val="FFFFFF"/>
              </a:buClr>
              <a:buSzPts val="1900"/>
              <a:buChar char="•"/>
              <a:defRPr i="0" sz="2500" u="none" cap="none" strike="noStrike">
                <a:solidFill>
                  <a:srgbClr val="FFFFFF"/>
                </a:solidFill>
              </a:defRPr>
            </a:lvl6pPr>
            <a:lvl7pPr indent="-349250" lvl="6" marL="3200400" marR="0" algn="l">
              <a:lnSpc>
                <a:spcPct val="100000"/>
              </a:lnSpc>
              <a:spcBef>
                <a:spcPts val="2900"/>
              </a:spcBef>
              <a:spcAft>
                <a:spcPts val="0"/>
              </a:spcAft>
              <a:buClr>
                <a:srgbClr val="FFFFFF"/>
              </a:buClr>
              <a:buSzPts val="1900"/>
              <a:buChar char="•"/>
              <a:defRPr i="0" sz="2500" u="none" cap="none" strike="noStrike">
                <a:solidFill>
                  <a:srgbClr val="FFFFFF"/>
                </a:solidFill>
              </a:defRPr>
            </a:lvl7pPr>
            <a:lvl8pPr indent="-349250" lvl="7" marL="3657600" marR="0" algn="l">
              <a:lnSpc>
                <a:spcPct val="100000"/>
              </a:lnSpc>
              <a:spcBef>
                <a:spcPts val="2900"/>
              </a:spcBef>
              <a:spcAft>
                <a:spcPts val="0"/>
              </a:spcAft>
              <a:buClr>
                <a:srgbClr val="FFFFFF"/>
              </a:buClr>
              <a:buSzPts val="1900"/>
              <a:buChar char="•"/>
              <a:defRPr i="0" sz="2500" u="none" cap="none" strike="noStrike">
                <a:solidFill>
                  <a:srgbClr val="FFFFFF"/>
                </a:solidFill>
              </a:defRPr>
            </a:lvl8pPr>
            <a:lvl9pPr indent="-349250" lvl="8" marL="4114800" marR="0" algn="l">
              <a:lnSpc>
                <a:spcPct val="100000"/>
              </a:lnSpc>
              <a:spcBef>
                <a:spcPts val="2900"/>
              </a:spcBef>
              <a:spcAft>
                <a:spcPts val="0"/>
              </a:spcAft>
              <a:buClr>
                <a:srgbClr val="FFFFFF"/>
              </a:buClr>
              <a:buSzPts val="1900"/>
              <a:buChar char="•"/>
              <a:defRPr i="0" sz="2500" u="none" cap="none" strike="noStrike">
                <a:solidFill>
                  <a:srgbClr val="FFFFFF"/>
                </a:solidFill>
              </a:defRPr>
            </a:lvl9pPr>
          </a:lstStyle>
          <a:p/>
        </p:txBody>
      </p:sp>
      <p:sp>
        <p:nvSpPr>
          <p:cNvPr id="108" name="Google Shape;108;p29"/>
          <p:cNvSpPr txBox="1"/>
          <p:nvPr>
            <p:ph idx="12" type="sldNum"/>
          </p:nvPr>
        </p:nvSpPr>
        <p:spPr>
          <a:xfrm>
            <a:off x="9633585" y="609600"/>
            <a:ext cx="1948800" cy="255600"/>
          </a:xfrm>
          <a:prstGeom prst="rect">
            <a:avLst/>
          </a:prstGeom>
          <a:noFill/>
          <a:ln>
            <a:noFill/>
          </a:ln>
        </p:spPr>
        <p:txBody>
          <a:bodyPr anchorCtr="0" anchor="t" bIns="35700" lIns="35700" spcFirstLastPara="1" rIns="35700" wrap="square" tIns="35700">
            <a:noAutofit/>
          </a:bodyPr>
          <a:lstStyle>
            <a:lvl1pPr indent="0" lvl="0"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CA"/>
              <a:t>‹#›</a:t>
            </a:fld>
            <a:endParaRPr sz="1300">
              <a:solidFill>
                <a:srgbClr val="004C3F"/>
              </a:solidFill>
              <a:latin typeface="Lato"/>
              <a:ea typeface="Lato"/>
              <a:cs typeface="Lato"/>
              <a:sym typeface="Lato"/>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amp; Photo" showMasterSp="0">
  <p:cSld name="Quote &amp; Photo">
    <p:bg>
      <p:bgPr>
        <a:solidFill>
          <a:srgbClr val="223274"/>
        </a:solidFill>
      </p:bgPr>
    </p:bg>
    <p:spTree>
      <p:nvGrpSpPr>
        <p:cNvPr id="109" name="Shape 109"/>
        <p:cNvGrpSpPr/>
        <p:nvPr/>
      </p:nvGrpSpPr>
      <p:grpSpPr>
        <a:xfrm>
          <a:off x="0" y="0"/>
          <a:ext cx="0" cy="0"/>
          <a:chOff x="0" y="0"/>
          <a:chExt cx="0" cy="0"/>
        </a:xfrm>
      </p:grpSpPr>
      <p:sp>
        <p:nvSpPr>
          <p:cNvPr id="110" name="Google Shape;110;p30"/>
          <p:cNvSpPr/>
          <p:nvPr>
            <p:ph idx="2" type="pic"/>
          </p:nvPr>
        </p:nvSpPr>
        <p:spPr>
          <a:xfrm>
            <a:off x="6065941" y="-88007"/>
            <a:ext cx="6234000" cy="7034100"/>
          </a:xfrm>
          <a:prstGeom prst="rect">
            <a:avLst/>
          </a:prstGeom>
          <a:noFill/>
          <a:ln>
            <a:noFill/>
          </a:ln>
        </p:spPr>
      </p:sp>
      <p:sp>
        <p:nvSpPr>
          <p:cNvPr id="111" name="Google Shape;111;p30"/>
          <p:cNvSpPr txBox="1"/>
          <p:nvPr>
            <p:ph idx="1" type="body"/>
          </p:nvPr>
        </p:nvSpPr>
        <p:spPr>
          <a:xfrm>
            <a:off x="999896" y="4066505"/>
            <a:ext cx="4058100" cy="325500"/>
          </a:xfrm>
          <a:prstGeom prst="rect">
            <a:avLst/>
          </a:prstGeom>
          <a:noFill/>
          <a:ln>
            <a:noFill/>
          </a:ln>
        </p:spPr>
        <p:txBody>
          <a:bodyPr anchorCtr="0" anchor="ctr" bIns="45700" lIns="45700" spcFirstLastPara="1" rIns="45700" wrap="square" tIns="45700">
            <a:noAutofit/>
          </a:bodyPr>
          <a:lstStyle>
            <a:lvl1pPr indent="-228600" lvl="0" marL="457200" marR="0" algn="l">
              <a:lnSpc>
                <a:spcPct val="100000"/>
              </a:lnSpc>
              <a:spcBef>
                <a:spcPts val="0"/>
              </a:spcBef>
              <a:spcAft>
                <a:spcPts val="0"/>
              </a:spcAft>
              <a:buClr>
                <a:srgbClr val="FFFFFF"/>
              </a:buClr>
              <a:buSzPts val="1900"/>
              <a:buFont typeface="Roboto"/>
              <a:buNone/>
              <a:defRPr i="0" sz="2000" u="none" cap="none" strike="noStrike">
                <a:solidFill>
                  <a:srgbClr val="FFFFFF"/>
                </a:solidFill>
                <a:latin typeface="Roboto"/>
                <a:ea typeface="Roboto"/>
                <a:cs typeface="Roboto"/>
                <a:sym typeface="Roboto"/>
              </a:defRPr>
            </a:lvl1pPr>
            <a:lvl2pPr indent="-349250" lvl="1" marL="914400" marR="0" algn="l">
              <a:lnSpc>
                <a:spcPct val="100000"/>
              </a:lnSpc>
              <a:spcBef>
                <a:spcPts val="2900"/>
              </a:spcBef>
              <a:spcAft>
                <a:spcPts val="0"/>
              </a:spcAft>
              <a:buClr>
                <a:srgbClr val="FFFFFF"/>
              </a:buClr>
              <a:buSzPts val="1900"/>
              <a:buChar char="•"/>
              <a:defRPr i="0" sz="2500" u="none" cap="none" strike="noStrike">
                <a:solidFill>
                  <a:srgbClr val="FFFFFF"/>
                </a:solidFill>
              </a:defRPr>
            </a:lvl2pPr>
            <a:lvl3pPr indent="-349250" lvl="2" marL="1371600" marR="0" algn="l">
              <a:lnSpc>
                <a:spcPct val="100000"/>
              </a:lnSpc>
              <a:spcBef>
                <a:spcPts val="2900"/>
              </a:spcBef>
              <a:spcAft>
                <a:spcPts val="0"/>
              </a:spcAft>
              <a:buClr>
                <a:srgbClr val="FFFFFF"/>
              </a:buClr>
              <a:buSzPts val="1900"/>
              <a:buChar char="•"/>
              <a:defRPr i="0" sz="2500" u="none" cap="none" strike="noStrike">
                <a:solidFill>
                  <a:srgbClr val="FFFFFF"/>
                </a:solidFill>
              </a:defRPr>
            </a:lvl3pPr>
            <a:lvl4pPr indent="-349250" lvl="3" marL="1828800" marR="0" algn="l">
              <a:lnSpc>
                <a:spcPct val="100000"/>
              </a:lnSpc>
              <a:spcBef>
                <a:spcPts val="2900"/>
              </a:spcBef>
              <a:spcAft>
                <a:spcPts val="0"/>
              </a:spcAft>
              <a:buClr>
                <a:srgbClr val="FFFFFF"/>
              </a:buClr>
              <a:buSzPts val="1900"/>
              <a:buChar char="•"/>
              <a:defRPr i="0" sz="2500" u="none" cap="none" strike="noStrike">
                <a:solidFill>
                  <a:srgbClr val="FFFFFF"/>
                </a:solidFill>
              </a:defRPr>
            </a:lvl4pPr>
            <a:lvl5pPr indent="-349250" lvl="4" marL="2286000" marR="0" algn="l">
              <a:lnSpc>
                <a:spcPct val="100000"/>
              </a:lnSpc>
              <a:spcBef>
                <a:spcPts val="2900"/>
              </a:spcBef>
              <a:spcAft>
                <a:spcPts val="0"/>
              </a:spcAft>
              <a:buClr>
                <a:srgbClr val="FFFFFF"/>
              </a:buClr>
              <a:buSzPts val="1900"/>
              <a:buChar char="•"/>
              <a:defRPr i="0" sz="2500" u="none" cap="none" strike="noStrike">
                <a:solidFill>
                  <a:srgbClr val="FFFFFF"/>
                </a:solidFill>
              </a:defRPr>
            </a:lvl5pPr>
            <a:lvl6pPr indent="-349250" lvl="5" marL="2743200" marR="0" algn="l">
              <a:lnSpc>
                <a:spcPct val="100000"/>
              </a:lnSpc>
              <a:spcBef>
                <a:spcPts val="2900"/>
              </a:spcBef>
              <a:spcAft>
                <a:spcPts val="0"/>
              </a:spcAft>
              <a:buClr>
                <a:srgbClr val="FFFFFF"/>
              </a:buClr>
              <a:buSzPts val="1900"/>
              <a:buChar char="•"/>
              <a:defRPr i="0" sz="2500" u="none" cap="none" strike="noStrike">
                <a:solidFill>
                  <a:srgbClr val="FFFFFF"/>
                </a:solidFill>
              </a:defRPr>
            </a:lvl6pPr>
            <a:lvl7pPr indent="-349250" lvl="6" marL="3200400" marR="0" algn="l">
              <a:lnSpc>
                <a:spcPct val="100000"/>
              </a:lnSpc>
              <a:spcBef>
                <a:spcPts val="2900"/>
              </a:spcBef>
              <a:spcAft>
                <a:spcPts val="0"/>
              </a:spcAft>
              <a:buClr>
                <a:srgbClr val="FFFFFF"/>
              </a:buClr>
              <a:buSzPts val="1900"/>
              <a:buChar char="•"/>
              <a:defRPr i="0" sz="2500" u="none" cap="none" strike="noStrike">
                <a:solidFill>
                  <a:srgbClr val="FFFFFF"/>
                </a:solidFill>
              </a:defRPr>
            </a:lvl7pPr>
            <a:lvl8pPr indent="-349250" lvl="7" marL="3657600" marR="0" algn="l">
              <a:lnSpc>
                <a:spcPct val="100000"/>
              </a:lnSpc>
              <a:spcBef>
                <a:spcPts val="2900"/>
              </a:spcBef>
              <a:spcAft>
                <a:spcPts val="0"/>
              </a:spcAft>
              <a:buClr>
                <a:srgbClr val="FFFFFF"/>
              </a:buClr>
              <a:buSzPts val="1900"/>
              <a:buChar char="•"/>
              <a:defRPr i="0" sz="2500" u="none" cap="none" strike="noStrike">
                <a:solidFill>
                  <a:srgbClr val="FFFFFF"/>
                </a:solidFill>
              </a:defRPr>
            </a:lvl8pPr>
            <a:lvl9pPr indent="-349250" lvl="8" marL="4114800" marR="0" algn="l">
              <a:lnSpc>
                <a:spcPct val="100000"/>
              </a:lnSpc>
              <a:spcBef>
                <a:spcPts val="2900"/>
              </a:spcBef>
              <a:spcAft>
                <a:spcPts val="0"/>
              </a:spcAft>
              <a:buClr>
                <a:srgbClr val="FFFFFF"/>
              </a:buClr>
              <a:buSzPts val="1900"/>
              <a:buChar char="•"/>
              <a:defRPr i="0" sz="2500" u="none" cap="none" strike="noStrike">
                <a:solidFill>
                  <a:srgbClr val="FFFFFF"/>
                </a:solidFill>
              </a:defRPr>
            </a:lvl9pPr>
          </a:lstStyle>
          <a:p/>
        </p:txBody>
      </p:sp>
      <p:sp>
        <p:nvSpPr>
          <p:cNvPr id="112" name="Google Shape;112;p30"/>
          <p:cNvSpPr txBox="1"/>
          <p:nvPr>
            <p:ph idx="3" type="body"/>
          </p:nvPr>
        </p:nvSpPr>
        <p:spPr>
          <a:xfrm>
            <a:off x="999896" y="2466056"/>
            <a:ext cx="4058100" cy="1366800"/>
          </a:xfrm>
          <a:prstGeom prst="rect">
            <a:avLst/>
          </a:prstGeom>
          <a:noFill/>
          <a:ln>
            <a:noFill/>
          </a:ln>
        </p:spPr>
        <p:txBody>
          <a:bodyPr anchorCtr="0" anchor="ctr" bIns="45700" lIns="45700" spcFirstLastPara="1" rIns="45700" wrap="square" tIns="45700">
            <a:noAutofit/>
          </a:bodyPr>
          <a:lstStyle>
            <a:lvl1pPr indent="-349250" lvl="0" marL="457200" marR="0" algn="l">
              <a:lnSpc>
                <a:spcPct val="100000"/>
              </a:lnSpc>
              <a:spcBef>
                <a:spcPts val="2900"/>
              </a:spcBef>
              <a:spcAft>
                <a:spcPts val="0"/>
              </a:spcAft>
              <a:buClr>
                <a:srgbClr val="FFFFFF"/>
              </a:buClr>
              <a:buSzPts val="1900"/>
              <a:buChar char="•"/>
              <a:defRPr i="0" sz="2500" u="none" cap="none" strike="noStrike">
                <a:solidFill>
                  <a:srgbClr val="FFFFFF"/>
                </a:solidFill>
              </a:defRPr>
            </a:lvl1pPr>
            <a:lvl2pPr indent="-349250" lvl="1" marL="914400" marR="0" algn="l">
              <a:lnSpc>
                <a:spcPct val="100000"/>
              </a:lnSpc>
              <a:spcBef>
                <a:spcPts val="2900"/>
              </a:spcBef>
              <a:spcAft>
                <a:spcPts val="0"/>
              </a:spcAft>
              <a:buClr>
                <a:srgbClr val="FFFFFF"/>
              </a:buClr>
              <a:buSzPts val="1900"/>
              <a:buChar char="•"/>
              <a:defRPr i="0" sz="2500" u="none" cap="none" strike="noStrike">
                <a:solidFill>
                  <a:srgbClr val="FFFFFF"/>
                </a:solidFill>
              </a:defRPr>
            </a:lvl2pPr>
            <a:lvl3pPr indent="-349250" lvl="2" marL="1371600" marR="0" algn="l">
              <a:lnSpc>
                <a:spcPct val="100000"/>
              </a:lnSpc>
              <a:spcBef>
                <a:spcPts val="2900"/>
              </a:spcBef>
              <a:spcAft>
                <a:spcPts val="0"/>
              </a:spcAft>
              <a:buClr>
                <a:srgbClr val="FFFFFF"/>
              </a:buClr>
              <a:buSzPts val="1900"/>
              <a:buChar char="•"/>
              <a:defRPr i="0" sz="2500" u="none" cap="none" strike="noStrike">
                <a:solidFill>
                  <a:srgbClr val="FFFFFF"/>
                </a:solidFill>
              </a:defRPr>
            </a:lvl3pPr>
            <a:lvl4pPr indent="-349250" lvl="3" marL="1828800" marR="0" algn="l">
              <a:lnSpc>
                <a:spcPct val="100000"/>
              </a:lnSpc>
              <a:spcBef>
                <a:spcPts val="2900"/>
              </a:spcBef>
              <a:spcAft>
                <a:spcPts val="0"/>
              </a:spcAft>
              <a:buClr>
                <a:srgbClr val="FFFFFF"/>
              </a:buClr>
              <a:buSzPts val="1900"/>
              <a:buChar char="•"/>
              <a:defRPr i="0" sz="2500" u="none" cap="none" strike="noStrike">
                <a:solidFill>
                  <a:srgbClr val="FFFFFF"/>
                </a:solidFill>
              </a:defRPr>
            </a:lvl4pPr>
            <a:lvl5pPr indent="-349250" lvl="4" marL="2286000" marR="0" algn="l">
              <a:lnSpc>
                <a:spcPct val="100000"/>
              </a:lnSpc>
              <a:spcBef>
                <a:spcPts val="2900"/>
              </a:spcBef>
              <a:spcAft>
                <a:spcPts val="0"/>
              </a:spcAft>
              <a:buClr>
                <a:srgbClr val="FFFFFF"/>
              </a:buClr>
              <a:buSzPts val="1900"/>
              <a:buChar char="•"/>
              <a:defRPr i="0" sz="2500" u="none" cap="none" strike="noStrike">
                <a:solidFill>
                  <a:srgbClr val="FFFFFF"/>
                </a:solidFill>
              </a:defRPr>
            </a:lvl5pPr>
            <a:lvl6pPr indent="-349250" lvl="5" marL="2743200" marR="0" algn="l">
              <a:lnSpc>
                <a:spcPct val="100000"/>
              </a:lnSpc>
              <a:spcBef>
                <a:spcPts val="2900"/>
              </a:spcBef>
              <a:spcAft>
                <a:spcPts val="0"/>
              </a:spcAft>
              <a:buClr>
                <a:srgbClr val="FFFFFF"/>
              </a:buClr>
              <a:buSzPts val="1900"/>
              <a:buChar char="•"/>
              <a:defRPr i="0" sz="2500" u="none" cap="none" strike="noStrike">
                <a:solidFill>
                  <a:srgbClr val="FFFFFF"/>
                </a:solidFill>
              </a:defRPr>
            </a:lvl6pPr>
            <a:lvl7pPr indent="-349250" lvl="6" marL="3200400" marR="0" algn="l">
              <a:lnSpc>
                <a:spcPct val="100000"/>
              </a:lnSpc>
              <a:spcBef>
                <a:spcPts val="2900"/>
              </a:spcBef>
              <a:spcAft>
                <a:spcPts val="0"/>
              </a:spcAft>
              <a:buClr>
                <a:srgbClr val="FFFFFF"/>
              </a:buClr>
              <a:buSzPts val="1900"/>
              <a:buChar char="•"/>
              <a:defRPr i="0" sz="2500" u="none" cap="none" strike="noStrike">
                <a:solidFill>
                  <a:srgbClr val="FFFFFF"/>
                </a:solidFill>
              </a:defRPr>
            </a:lvl7pPr>
            <a:lvl8pPr indent="-349250" lvl="7" marL="3657600" marR="0" algn="l">
              <a:lnSpc>
                <a:spcPct val="100000"/>
              </a:lnSpc>
              <a:spcBef>
                <a:spcPts val="2900"/>
              </a:spcBef>
              <a:spcAft>
                <a:spcPts val="0"/>
              </a:spcAft>
              <a:buClr>
                <a:srgbClr val="FFFFFF"/>
              </a:buClr>
              <a:buSzPts val="1900"/>
              <a:buChar char="•"/>
              <a:defRPr i="0" sz="2500" u="none" cap="none" strike="noStrike">
                <a:solidFill>
                  <a:srgbClr val="FFFFFF"/>
                </a:solidFill>
              </a:defRPr>
            </a:lvl8pPr>
            <a:lvl9pPr indent="-349250" lvl="8" marL="4114800" marR="0" algn="l">
              <a:lnSpc>
                <a:spcPct val="100000"/>
              </a:lnSpc>
              <a:spcBef>
                <a:spcPts val="2900"/>
              </a:spcBef>
              <a:spcAft>
                <a:spcPts val="0"/>
              </a:spcAft>
              <a:buClr>
                <a:srgbClr val="FFFFFF"/>
              </a:buClr>
              <a:buSzPts val="1900"/>
              <a:buChar char="•"/>
              <a:defRPr i="0" sz="2500" u="none" cap="none" strike="noStrike">
                <a:solidFill>
                  <a:srgbClr val="FFFFFF"/>
                </a:solidFill>
              </a:defRPr>
            </a:lvl9pPr>
          </a:lstStyle>
          <a:p/>
        </p:txBody>
      </p:sp>
      <p:sp>
        <p:nvSpPr>
          <p:cNvPr id="113" name="Google Shape;113;p30"/>
          <p:cNvSpPr txBox="1"/>
          <p:nvPr>
            <p:ph idx="12" type="sldNum"/>
          </p:nvPr>
        </p:nvSpPr>
        <p:spPr>
          <a:xfrm>
            <a:off x="9633585" y="609600"/>
            <a:ext cx="1948800" cy="255600"/>
          </a:xfrm>
          <a:prstGeom prst="rect">
            <a:avLst/>
          </a:prstGeom>
          <a:noFill/>
          <a:ln>
            <a:noFill/>
          </a:ln>
        </p:spPr>
        <p:txBody>
          <a:bodyPr anchorCtr="0" anchor="t" bIns="35700" lIns="35700" spcFirstLastPara="1" rIns="35700" wrap="square" tIns="35700">
            <a:noAutofit/>
          </a:bodyPr>
          <a:lstStyle>
            <a:lvl1pPr indent="0" lvl="0"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CA"/>
              <a:t>‹#›</a:t>
            </a:fld>
            <a:endParaRPr sz="1300">
              <a:solidFill>
                <a:srgbClr val="004C3F"/>
              </a:solidFill>
              <a:latin typeface="Lato"/>
              <a:ea typeface="Lato"/>
              <a:cs typeface="Lato"/>
              <a:sym typeface="Lato"/>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amp; Quote" showMasterSp="0">
  <p:cSld name="Photo &amp; Quote">
    <p:bg>
      <p:bgPr>
        <a:solidFill>
          <a:srgbClr val="223274"/>
        </a:solidFill>
      </p:bgPr>
    </p:bg>
    <p:spTree>
      <p:nvGrpSpPr>
        <p:cNvPr id="114" name="Shape 114"/>
        <p:cNvGrpSpPr/>
        <p:nvPr/>
      </p:nvGrpSpPr>
      <p:grpSpPr>
        <a:xfrm>
          <a:off x="0" y="0"/>
          <a:ext cx="0" cy="0"/>
          <a:chOff x="0" y="0"/>
          <a:chExt cx="0" cy="0"/>
        </a:xfrm>
      </p:grpSpPr>
      <p:sp>
        <p:nvSpPr>
          <p:cNvPr id="115" name="Google Shape;115;p31"/>
          <p:cNvSpPr/>
          <p:nvPr>
            <p:ph idx="2" type="pic"/>
          </p:nvPr>
        </p:nvSpPr>
        <p:spPr>
          <a:xfrm>
            <a:off x="-80859" y="-88007"/>
            <a:ext cx="6234000" cy="7034100"/>
          </a:xfrm>
          <a:prstGeom prst="rect">
            <a:avLst/>
          </a:prstGeom>
          <a:noFill/>
          <a:ln>
            <a:noFill/>
          </a:ln>
        </p:spPr>
      </p:sp>
      <p:sp>
        <p:nvSpPr>
          <p:cNvPr id="116" name="Google Shape;116;p31"/>
          <p:cNvSpPr txBox="1"/>
          <p:nvPr/>
        </p:nvSpPr>
        <p:spPr>
          <a:xfrm>
            <a:off x="7203846" y="4066505"/>
            <a:ext cx="4058100" cy="325500"/>
          </a:xfrm>
          <a:prstGeom prst="rect">
            <a:avLst/>
          </a:prstGeom>
          <a:noFill/>
          <a:ln>
            <a:noFill/>
          </a:ln>
        </p:spPr>
        <p:txBody>
          <a:bodyPr anchorCtr="0" anchor="ctr" bIns="35700" lIns="35700" spcFirstLastPara="1" rIns="35700" wrap="square" tIns="35700">
            <a:noAutofit/>
          </a:bodyPr>
          <a:lstStyle/>
          <a:p>
            <a:pPr indent="0" lvl="0" marL="0" marR="0" rtl="0" algn="l">
              <a:lnSpc>
                <a:spcPct val="100000"/>
              </a:lnSpc>
              <a:spcBef>
                <a:spcPts val="0"/>
              </a:spcBef>
              <a:spcAft>
                <a:spcPts val="0"/>
              </a:spcAft>
              <a:buClr>
                <a:srgbClr val="FFFFFF"/>
              </a:buClr>
              <a:buSzPts val="2000"/>
              <a:buFont typeface="Arial"/>
              <a:buNone/>
            </a:pPr>
            <a:r>
              <a:rPr b="0" i="0" lang="en-CA" sz="2000" u="none" cap="none" strike="noStrike">
                <a:solidFill>
                  <a:srgbClr val="FFFFFF"/>
                </a:solidFill>
                <a:latin typeface="Arial"/>
                <a:ea typeface="Arial"/>
                <a:cs typeface="Arial"/>
                <a:sym typeface="Arial"/>
              </a:rPr>
              <a:t>- Name of person</a:t>
            </a:r>
            <a:endParaRPr b="0" i="0" sz="700" u="none" cap="none" strike="noStrike">
              <a:solidFill>
                <a:srgbClr val="000000"/>
              </a:solidFill>
              <a:latin typeface="Arial"/>
              <a:ea typeface="Arial"/>
              <a:cs typeface="Arial"/>
              <a:sym typeface="Arial"/>
            </a:endParaRPr>
          </a:p>
        </p:txBody>
      </p:sp>
      <p:sp>
        <p:nvSpPr>
          <p:cNvPr id="117" name="Google Shape;117;p31"/>
          <p:cNvSpPr txBox="1"/>
          <p:nvPr/>
        </p:nvSpPr>
        <p:spPr>
          <a:xfrm>
            <a:off x="7203846" y="2466056"/>
            <a:ext cx="4058100" cy="1366800"/>
          </a:xfrm>
          <a:prstGeom prst="rect">
            <a:avLst/>
          </a:prstGeom>
          <a:noFill/>
          <a:ln>
            <a:noFill/>
          </a:ln>
        </p:spPr>
        <p:txBody>
          <a:bodyPr anchorCtr="0" anchor="ctr" bIns="35700" lIns="35700" spcFirstLastPara="1" rIns="35700" wrap="square" tIns="35700">
            <a:noAutofit/>
          </a:bodyPr>
          <a:lstStyle/>
          <a:p>
            <a:pPr indent="0" lvl="0" marL="0" marR="0" rtl="0" algn="l">
              <a:lnSpc>
                <a:spcPct val="100000"/>
              </a:lnSpc>
              <a:spcBef>
                <a:spcPts val="0"/>
              </a:spcBef>
              <a:spcAft>
                <a:spcPts val="0"/>
              </a:spcAft>
              <a:buClr>
                <a:srgbClr val="FFFFFF"/>
              </a:buClr>
              <a:buSzPts val="3100"/>
              <a:buFont typeface="Arial"/>
              <a:buNone/>
            </a:pPr>
            <a:r>
              <a:rPr b="0" i="0" lang="en-CA" sz="3100" u="none" cap="none" strike="noStrike">
                <a:solidFill>
                  <a:srgbClr val="FFFFFF"/>
                </a:solidFill>
                <a:latin typeface="Roboto"/>
                <a:ea typeface="Roboto"/>
                <a:cs typeface="Roboto"/>
                <a:sym typeface="Roboto"/>
              </a:rPr>
              <a:t>“Here’s an example of one of the </a:t>
            </a:r>
            <a:r>
              <a:rPr b="0" i="0" lang="en-CA" sz="3100" u="none" cap="none" strike="noStrike">
                <a:solidFill>
                  <a:srgbClr val="5E6EBF"/>
                </a:solidFill>
                <a:latin typeface="Roboto"/>
                <a:ea typeface="Roboto"/>
                <a:cs typeface="Roboto"/>
                <a:sym typeface="Roboto"/>
              </a:rPr>
              <a:t>most inspiring quotes</a:t>
            </a:r>
            <a:r>
              <a:rPr b="0" i="0" lang="en-CA" sz="3100" u="none" cap="none" strike="noStrike">
                <a:solidFill>
                  <a:srgbClr val="FFFFFF"/>
                </a:solidFill>
                <a:latin typeface="Roboto"/>
                <a:ea typeface="Roboto"/>
                <a:cs typeface="Roboto"/>
                <a:sym typeface="Roboto"/>
              </a:rPr>
              <a:t> ever.”</a:t>
            </a:r>
            <a:endParaRPr b="0" i="0" sz="700" u="none" cap="none" strike="noStrike">
              <a:solidFill>
                <a:srgbClr val="000000"/>
              </a:solidFill>
              <a:latin typeface="Roboto"/>
              <a:ea typeface="Roboto"/>
              <a:cs typeface="Roboto"/>
              <a:sym typeface="Roboto"/>
            </a:endParaRPr>
          </a:p>
        </p:txBody>
      </p:sp>
      <p:sp>
        <p:nvSpPr>
          <p:cNvPr id="118" name="Google Shape;118;p31"/>
          <p:cNvSpPr txBox="1"/>
          <p:nvPr>
            <p:ph idx="12" type="sldNum"/>
          </p:nvPr>
        </p:nvSpPr>
        <p:spPr>
          <a:xfrm>
            <a:off x="9633585" y="609600"/>
            <a:ext cx="1948800" cy="255600"/>
          </a:xfrm>
          <a:prstGeom prst="rect">
            <a:avLst/>
          </a:prstGeom>
          <a:noFill/>
          <a:ln>
            <a:noFill/>
          </a:ln>
        </p:spPr>
        <p:txBody>
          <a:bodyPr anchorCtr="0" anchor="t" bIns="35700" lIns="35700" spcFirstLastPara="1" rIns="35700" wrap="square" tIns="35700">
            <a:noAutofit/>
          </a:bodyPr>
          <a:lstStyle>
            <a:lvl1pPr indent="0" lvl="0"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CA"/>
              <a:t>‹#›</a:t>
            </a:fld>
            <a:endParaRPr sz="1300">
              <a:solidFill>
                <a:srgbClr val="004C3F"/>
              </a:solidFill>
              <a:latin typeface="Lato"/>
              <a:ea typeface="Lato"/>
              <a:cs typeface="Lato"/>
              <a:sym typeface="Lato"/>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w/ Quote Overlay" showMasterSp="0">
  <p:cSld name="Photo w/ Quote Overlay">
    <p:spTree>
      <p:nvGrpSpPr>
        <p:cNvPr id="119" name="Shape 119"/>
        <p:cNvGrpSpPr/>
        <p:nvPr/>
      </p:nvGrpSpPr>
      <p:grpSpPr>
        <a:xfrm>
          <a:off x="0" y="0"/>
          <a:ext cx="0" cy="0"/>
          <a:chOff x="0" y="0"/>
          <a:chExt cx="0" cy="0"/>
        </a:xfrm>
      </p:grpSpPr>
      <p:sp>
        <p:nvSpPr>
          <p:cNvPr id="120" name="Google Shape;120;p32"/>
          <p:cNvSpPr txBox="1"/>
          <p:nvPr>
            <p:ph idx="1" type="body"/>
          </p:nvPr>
        </p:nvSpPr>
        <p:spPr>
          <a:xfrm>
            <a:off x="2136052" y="4009355"/>
            <a:ext cx="6344100" cy="325500"/>
          </a:xfrm>
          <a:prstGeom prst="rect">
            <a:avLst/>
          </a:prstGeom>
          <a:noFill/>
          <a:ln>
            <a:noFill/>
          </a:ln>
        </p:spPr>
        <p:txBody>
          <a:bodyPr anchorCtr="0" anchor="ctr" bIns="45700" lIns="45700" spcFirstLastPara="1" rIns="45700" wrap="square" tIns="45700">
            <a:noAutofit/>
          </a:bodyPr>
          <a:lstStyle>
            <a:lvl1pPr indent="-228600" lvl="0" marL="457200" marR="0" algn="l">
              <a:lnSpc>
                <a:spcPct val="100000"/>
              </a:lnSpc>
              <a:spcBef>
                <a:spcPts val="0"/>
              </a:spcBef>
              <a:spcAft>
                <a:spcPts val="0"/>
              </a:spcAft>
              <a:buClr>
                <a:srgbClr val="FFFFFF"/>
              </a:buClr>
              <a:buSzPts val="1900"/>
              <a:buFont typeface="Roboto"/>
              <a:buNone/>
              <a:defRPr i="0" sz="2000" u="none" cap="none" strike="noStrike">
                <a:solidFill>
                  <a:srgbClr val="FFFFFF"/>
                </a:solidFill>
                <a:latin typeface="Roboto"/>
                <a:ea typeface="Roboto"/>
                <a:cs typeface="Roboto"/>
                <a:sym typeface="Roboto"/>
              </a:defRPr>
            </a:lvl1pPr>
            <a:lvl2pPr indent="-349250" lvl="1" marL="914400" marR="0" algn="l">
              <a:lnSpc>
                <a:spcPct val="100000"/>
              </a:lnSpc>
              <a:spcBef>
                <a:spcPts val="2900"/>
              </a:spcBef>
              <a:spcAft>
                <a:spcPts val="0"/>
              </a:spcAft>
              <a:buClr>
                <a:srgbClr val="000000"/>
              </a:buClr>
              <a:buSzPts val="1900"/>
              <a:buChar char="•"/>
              <a:defRPr i="0" sz="2500" u="none" cap="none" strike="noStrike">
                <a:solidFill>
                  <a:srgbClr val="000000"/>
                </a:solidFill>
              </a:defRPr>
            </a:lvl2pPr>
            <a:lvl3pPr indent="-349250" lvl="2" marL="1371600" marR="0" algn="l">
              <a:lnSpc>
                <a:spcPct val="100000"/>
              </a:lnSpc>
              <a:spcBef>
                <a:spcPts val="2900"/>
              </a:spcBef>
              <a:spcAft>
                <a:spcPts val="0"/>
              </a:spcAft>
              <a:buClr>
                <a:srgbClr val="000000"/>
              </a:buClr>
              <a:buSzPts val="1900"/>
              <a:buChar char="•"/>
              <a:defRPr i="0" sz="2500" u="none" cap="none" strike="noStrike">
                <a:solidFill>
                  <a:srgbClr val="000000"/>
                </a:solidFill>
              </a:defRPr>
            </a:lvl3pPr>
            <a:lvl4pPr indent="-349250" lvl="3" marL="1828800" marR="0" algn="l">
              <a:lnSpc>
                <a:spcPct val="100000"/>
              </a:lnSpc>
              <a:spcBef>
                <a:spcPts val="2900"/>
              </a:spcBef>
              <a:spcAft>
                <a:spcPts val="0"/>
              </a:spcAft>
              <a:buClr>
                <a:srgbClr val="000000"/>
              </a:buClr>
              <a:buSzPts val="1900"/>
              <a:buChar char="•"/>
              <a:defRPr i="0" sz="2500" u="none" cap="none" strike="noStrike">
                <a:solidFill>
                  <a:srgbClr val="000000"/>
                </a:solidFill>
              </a:defRPr>
            </a:lvl4pPr>
            <a:lvl5pPr indent="-349250" lvl="4" marL="2286000" marR="0" algn="l">
              <a:lnSpc>
                <a:spcPct val="100000"/>
              </a:lnSpc>
              <a:spcBef>
                <a:spcPts val="2900"/>
              </a:spcBef>
              <a:spcAft>
                <a:spcPts val="0"/>
              </a:spcAft>
              <a:buClr>
                <a:srgbClr val="000000"/>
              </a:buClr>
              <a:buSzPts val="1900"/>
              <a:buChar char="•"/>
              <a:defRPr i="0" sz="2500" u="none" cap="none" strike="noStrike">
                <a:solidFill>
                  <a:srgbClr val="000000"/>
                </a:solidFill>
              </a:defRPr>
            </a:lvl5pPr>
            <a:lvl6pPr indent="-349250" lvl="5" marL="2743200" marR="0" algn="l">
              <a:lnSpc>
                <a:spcPct val="100000"/>
              </a:lnSpc>
              <a:spcBef>
                <a:spcPts val="2900"/>
              </a:spcBef>
              <a:spcAft>
                <a:spcPts val="0"/>
              </a:spcAft>
              <a:buClr>
                <a:srgbClr val="000000"/>
              </a:buClr>
              <a:buSzPts val="1900"/>
              <a:buChar char="•"/>
              <a:defRPr i="0" sz="2500" u="none" cap="none" strike="noStrike">
                <a:solidFill>
                  <a:srgbClr val="000000"/>
                </a:solidFill>
              </a:defRPr>
            </a:lvl6pPr>
            <a:lvl7pPr indent="-349250" lvl="6" marL="3200400" marR="0" algn="l">
              <a:lnSpc>
                <a:spcPct val="100000"/>
              </a:lnSpc>
              <a:spcBef>
                <a:spcPts val="2900"/>
              </a:spcBef>
              <a:spcAft>
                <a:spcPts val="0"/>
              </a:spcAft>
              <a:buClr>
                <a:srgbClr val="000000"/>
              </a:buClr>
              <a:buSzPts val="1900"/>
              <a:buChar char="•"/>
              <a:defRPr i="0" sz="2500" u="none" cap="none" strike="noStrike">
                <a:solidFill>
                  <a:srgbClr val="000000"/>
                </a:solidFill>
              </a:defRPr>
            </a:lvl7pPr>
            <a:lvl8pPr indent="-349250" lvl="7" marL="3657600" marR="0" algn="l">
              <a:lnSpc>
                <a:spcPct val="100000"/>
              </a:lnSpc>
              <a:spcBef>
                <a:spcPts val="2900"/>
              </a:spcBef>
              <a:spcAft>
                <a:spcPts val="0"/>
              </a:spcAft>
              <a:buClr>
                <a:srgbClr val="000000"/>
              </a:buClr>
              <a:buSzPts val="1900"/>
              <a:buChar char="•"/>
              <a:defRPr i="0" sz="2500" u="none" cap="none" strike="noStrike">
                <a:solidFill>
                  <a:srgbClr val="000000"/>
                </a:solidFill>
              </a:defRPr>
            </a:lvl8pPr>
            <a:lvl9pPr indent="-349250" lvl="8" marL="4114800" marR="0" algn="l">
              <a:lnSpc>
                <a:spcPct val="100000"/>
              </a:lnSpc>
              <a:spcBef>
                <a:spcPts val="2900"/>
              </a:spcBef>
              <a:spcAft>
                <a:spcPts val="0"/>
              </a:spcAft>
              <a:buClr>
                <a:srgbClr val="000000"/>
              </a:buClr>
              <a:buSzPts val="1900"/>
              <a:buChar char="•"/>
              <a:defRPr i="0" sz="2500" u="none" cap="none" strike="noStrike">
                <a:solidFill>
                  <a:srgbClr val="000000"/>
                </a:solidFill>
              </a:defRPr>
            </a:lvl9pPr>
          </a:lstStyle>
          <a:p/>
        </p:txBody>
      </p:sp>
      <p:sp>
        <p:nvSpPr>
          <p:cNvPr id="121" name="Google Shape;121;p32"/>
          <p:cNvSpPr txBox="1"/>
          <p:nvPr>
            <p:ph idx="12" type="sldNum"/>
          </p:nvPr>
        </p:nvSpPr>
        <p:spPr>
          <a:xfrm>
            <a:off x="9633585" y="609600"/>
            <a:ext cx="1948800" cy="255600"/>
          </a:xfrm>
          <a:prstGeom prst="rect">
            <a:avLst/>
          </a:prstGeom>
          <a:noFill/>
          <a:ln>
            <a:noFill/>
          </a:ln>
        </p:spPr>
        <p:txBody>
          <a:bodyPr anchorCtr="0" anchor="t" bIns="35700" lIns="35700" spcFirstLastPara="1" rIns="35700" wrap="square" tIns="35700">
            <a:noAutofit/>
          </a:bodyPr>
          <a:lstStyle>
            <a:lvl1pPr indent="0" lvl="0"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CA"/>
              <a:t>‹#›</a:t>
            </a:fld>
            <a:endParaRPr sz="1300">
              <a:solidFill>
                <a:srgbClr val="004C3F"/>
              </a:solidFill>
              <a:latin typeface="Lato"/>
              <a:ea typeface="Lato"/>
              <a:cs typeface="Lato"/>
              <a:sym typeface="Lato"/>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howMasterSp="0">
  <p:cSld name="Quote">
    <p:bg>
      <p:bgPr>
        <a:solidFill>
          <a:srgbClr val="223274"/>
        </a:solidFill>
      </p:bgPr>
    </p:bg>
    <p:spTree>
      <p:nvGrpSpPr>
        <p:cNvPr id="122" name="Shape 122"/>
        <p:cNvGrpSpPr/>
        <p:nvPr/>
      </p:nvGrpSpPr>
      <p:grpSpPr>
        <a:xfrm>
          <a:off x="0" y="0"/>
          <a:ext cx="0" cy="0"/>
          <a:chOff x="0" y="0"/>
          <a:chExt cx="0" cy="0"/>
        </a:xfrm>
      </p:grpSpPr>
      <p:sp>
        <p:nvSpPr>
          <p:cNvPr id="123" name="Google Shape;123;p33"/>
          <p:cNvSpPr txBox="1"/>
          <p:nvPr>
            <p:ph idx="1" type="body"/>
          </p:nvPr>
        </p:nvSpPr>
        <p:spPr>
          <a:xfrm>
            <a:off x="2136067" y="2912300"/>
            <a:ext cx="6993600" cy="734100"/>
          </a:xfrm>
          <a:prstGeom prst="rect">
            <a:avLst/>
          </a:prstGeom>
          <a:noFill/>
          <a:ln>
            <a:noFill/>
          </a:ln>
        </p:spPr>
        <p:txBody>
          <a:bodyPr anchorCtr="0" anchor="ctr" bIns="45700" lIns="45700" spcFirstLastPara="1" rIns="45700" wrap="square" tIns="45700">
            <a:noAutofit/>
          </a:bodyPr>
          <a:lstStyle>
            <a:lvl1pPr indent="-228600" lvl="0" marL="457200" marR="0" algn="l">
              <a:lnSpc>
                <a:spcPct val="100000"/>
              </a:lnSpc>
              <a:spcBef>
                <a:spcPts val="0"/>
              </a:spcBef>
              <a:spcAft>
                <a:spcPts val="0"/>
              </a:spcAft>
              <a:buClr>
                <a:srgbClr val="FFFFFF"/>
              </a:buClr>
              <a:buSzPts val="4000"/>
              <a:buFont typeface="Roboto"/>
              <a:buNone/>
              <a:defRPr b="1" i="0" sz="4000" u="none" cap="none" strike="noStrike">
                <a:solidFill>
                  <a:srgbClr val="FFFFFF"/>
                </a:solidFill>
                <a:latin typeface="Roboto"/>
                <a:ea typeface="Roboto"/>
                <a:cs typeface="Roboto"/>
                <a:sym typeface="Roboto"/>
              </a:defRPr>
            </a:lvl1pPr>
            <a:lvl2pPr indent="-482600" lvl="1" marL="914400" marR="0" algn="l">
              <a:lnSpc>
                <a:spcPct val="100000"/>
              </a:lnSpc>
              <a:spcBef>
                <a:spcPts val="2900"/>
              </a:spcBef>
              <a:spcAft>
                <a:spcPts val="0"/>
              </a:spcAft>
              <a:buClr>
                <a:srgbClr val="FFFFFF"/>
              </a:buClr>
              <a:buSzPts val="4000"/>
              <a:buFont typeface="Roboto"/>
              <a:buChar char="•"/>
              <a:defRPr b="1" i="0" sz="4000" u="none" cap="none" strike="noStrike">
                <a:solidFill>
                  <a:srgbClr val="FFFFFF"/>
                </a:solidFill>
                <a:latin typeface="Roboto"/>
                <a:ea typeface="Roboto"/>
                <a:cs typeface="Roboto"/>
                <a:sym typeface="Roboto"/>
              </a:defRPr>
            </a:lvl2pPr>
            <a:lvl3pPr indent="-482600" lvl="2" marL="1371600" marR="0" algn="l">
              <a:lnSpc>
                <a:spcPct val="100000"/>
              </a:lnSpc>
              <a:spcBef>
                <a:spcPts val="2900"/>
              </a:spcBef>
              <a:spcAft>
                <a:spcPts val="0"/>
              </a:spcAft>
              <a:buClr>
                <a:srgbClr val="FFFFFF"/>
              </a:buClr>
              <a:buSzPts val="4000"/>
              <a:buFont typeface="Roboto"/>
              <a:buChar char="•"/>
              <a:defRPr b="1" i="0" sz="4000" u="none" cap="none" strike="noStrike">
                <a:solidFill>
                  <a:srgbClr val="FFFFFF"/>
                </a:solidFill>
                <a:latin typeface="Roboto"/>
                <a:ea typeface="Roboto"/>
                <a:cs typeface="Roboto"/>
                <a:sym typeface="Roboto"/>
              </a:defRPr>
            </a:lvl3pPr>
            <a:lvl4pPr indent="-482600" lvl="3" marL="1828800" marR="0" algn="l">
              <a:lnSpc>
                <a:spcPct val="100000"/>
              </a:lnSpc>
              <a:spcBef>
                <a:spcPts val="2900"/>
              </a:spcBef>
              <a:spcAft>
                <a:spcPts val="0"/>
              </a:spcAft>
              <a:buClr>
                <a:srgbClr val="FFFFFF"/>
              </a:buClr>
              <a:buSzPts val="4000"/>
              <a:buFont typeface="Roboto"/>
              <a:buChar char="•"/>
              <a:defRPr b="1" i="0" sz="4000" u="none" cap="none" strike="noStrike">
                <a:solidFill>
                  <a:srgbClr val="FFFFFF"/>
                </a:solidFill>
                <a:latin typeface="Roboto"/>
                <a:ea typeface="Roboto"/>
                <a:cs typeface="Roboto"/>
                <a:sym typeface="Roboto"/>
              </a:defRPr>
            </a:lvl4pPr>
            <a:lvl5pPr indent="-482600" lvl="4" marL="2286000" marR="0" algn="l">
              <a:lnSpc>
                <a:spcPct val="100000"/>
              </a:lnSpc>
              <a:spcBef>
                <a:spcPts val="2900"/>
              </a:spcBef>
              <a:spcAft>
                <a:spcPts val="0"/>
              </a:spcAft>
              <a:buClr>
                <a:srgbClr val="FFFFFF"/>
              </a:buClr>
              <a:buSzPts val="4000"/>
              <a:buFont typeface="Roboto"/>
              <a:buChar char="•"/>
              <a:defRPr b="1" i="0" sz="4000" u="none" cap="none" strike="noStrike">
                <a:solidFill>
                  <a:srgbClr val="FFFFFF"/>
                </a:solidFill>
                <a:latin typeface="Roboto"/>
                <a:ea typeface="Roboto"/>
                <a:cs typeface="Roboto"/>
                <a:sym typeface="Roboto"/>
              </a:defRPr>
            </a:lvl5pPr>
            <a:lvl6pPr indent="-482600" lvl="5" marL="2743200" marR="0" algn="l">
              <a:lnSpc>
                <a:spcPct val="100000"/>
              </a:lnSpc>
              <a:spcBef>
                <a:spcPts val="2900"/>
              </a:spcBef>
              <a:spcAft>
                <a:spcPts val="0"/>
              </a:spcAft>
              <a:buClr>
                <a:srgbClr val="FFFFFF"/>
              </a:buClr>
              <a:buSzPts val="4000"/>
              <a:buFont typeface="Roboto"/>
              <a:buChar char="•"/>
              <a:defRPr b="1" i="0" sz="4000" u="none" cap="none" strike="noStrike">
                <a:solidFill>
                  <a:srgbClr val="FFFFFF"/>
                </a:solidFill>
                <a:latin typeface="Roboto"/>
                <a:ea typeface="Roboto"/>
                <a:cs typeface="Roboto"/>
                <a:sym typeface="Roboto"/>
              </a:defRPr>
            </a:lvl6pPr>
            <a:lvl7pPr indent="-482600" lvl="6" marL="3200400" marR="0" algn="l">
              <a:lnSpc>
                <a:spcPct val="100000"/>
              </a:lnSpc>
              <a:spcBef>
                <a:spcPts val="2900"/>
              </a:spcBef>
              <a:spcAft>
                <a:spcPts val="0"/>
              </a:spcAft>
              <a:buClr>
                <a:srgbClr val="FFFFFF"/>
              </a:buClr>
              <a:buSzPts val="4000"/>
              <a:buFont typeface="Roboto"/>
              <a:buChar char="•"/>
              <a:defRPr b="1" i="0" sz="4000" u="none" cap="none" strike="noStrike">
                <a:solidFill>
                  <a:srgbClr val="FFFFFF"/>
                </a:solidFill>
                <a:latin typeface="Roboto"/>
                <a:ea typeface="Roboto"/>
                <a:cs typeface="Roboto"/>
                <a:sym typeface="Roboto"/>
              </a:defRPr>
            </a:lvl7pPr>
            <a:lvl8pPr indent="-482600" lvl="7" marL="3657600" marR="0" algn="l">
              <a:lnSpc>
                <a:spcPct val="100000"/>
              </a:lnSpc>
              <a:spcBef>
                <a:spcPts val="2900"/>
              </a:spcBef>
              <a:spcAft>
                <a:spcPts val="0"/>
              </a:spcAft>
              <a:buClr>
                <a:srgbClr val="FFFFFF"/>
              </a:buClr>
              <a:buSzPts val="4000"/>
              <a:buFont typeface="Roboto"/>
              <a:buChar char="•"/>
              <a:defRPr b="1" i="0" sz="4000" u="none" cap="none" strike="noStrike">
                <a:solidFill>
                  <a:srgbClr val="FFFFFF"/>
                </a:solidFill>
                <a:latin typeface="Roboto"/>
                <a:ea typeface="Roboto"/>
                <a:cs typeface="Roboto"/>
                <a:sym typeface="Roboto"/>
              </a:defRPr>
            </a:lvl8pPr>
            <a:lvl9pPr indent="-482600" lvl="8" marL="4114800" marR="0" algn="l">
              <a:lnSpc>
                <a:spcPct val="100000"/>
              </a:lnSpc>
              <a:spcBef>
                <a:spcPts val="2900"/>
              </a:spcBef>
              <a:spcAft>
                <a:spcPts val="0"/>
              </a:spcAft>
              <a:buClr>
                <a:srgbClr val="FFFFFF"/>
              </a:buClr>
              <a:buSzPts val="4000"/>
              <a:buFont typeface="Roboto"/>
              <a:buChar char="•"/>
              <a:defRPr b="1" i="0" sz="4000" u="none" cap="none" strike="noStrike">
                <a:solidFill>
                  <a:srgbClr val="FFFFFF"/>
                </a:solidFill>
                <a:latin typeface="Roboto"/>
                <a:ea typeface="Roboto"/>
                <a:cs typeface="Roboto"/>
                <a:sym typeface="Roboto"/>
              </a:defRPr>
            </a:lvl9pPr>
          </a:lstStyle>
          <a:p/>
        </p:txBody>
      </p:sp>
      <p:sp>
        <p:nvSpPr>
          <p:cNvPr id="124" name="Google Shape;124;p33"/>
          <p:cNvSpPr txBox="1"/>
          <p:nvPr>
            <p:ph idx="12" type="sldNum"/>
          </p:nvPr>
        </p:nvSpPr>
        <p:spPr>
          <a:xfrm>
            <a:off x="9633585" y="609600"/>
            <a:ext cx="1948800" cy="255600"/>
          </a:xfrm>
          <a:prstGeom prst="rect">
            <a:avLst/>
          </a:prstGeom>
          <a:noFill/>
          <a:ln>
            <a:noFill/>
          </a:ln>
        </p:spPr>
        <p:txBody>
          <a:bodyPr anchorCtr="0" anchor="t" bIns="35700" lIns="35700" spcFirstLastPara="1" rIns="35700" wrap="square" tIns="35700">
            <a:noAutofit/>
          </a:bodyPr>
          <a:lstStyle>
            <a:lvl1pPr indent="0" lvl="0"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CA"/>
              <a:t>‹#›</a:t>
            </a:fld>
            <a:endParaRPr sz="1300">
              <a:solidFill>
                <a:srgbClr val="004C3F"/>
              </a:solidFill>
              <a:latin typeface="Lato"/>
              <a:ea typeface="Lato"/>
              <a:cs typeface="Lato"/>
              <a:sym typeface="Lato"/>
            </a:endParaRPr>
          </a:p>
        </p:txBody>
      </p:sp>
      <p:sp>
        <p:nvSpPr>
          <p:cNvPr id="125" name="Google Shape;125;p33"/>
          <p:cNvSpPr txBox="1"/>
          <p:nvPr>
            <p:ph idx="2" type="subTitle"/>
          </p:nvPr>
        </p:nvSpPr>
        <p:spPr>
          <a:xfrm>
            <a:off x="2076267" y="3715100"/>
            <a:ext cx="3601500" cy="572400"/>
          </a:xfrm>
          <a:prstGeom prst="rect">
            <a:avLst/>
          </a:prstGeom>
          <a:noFill/>
          <a:ln>
            <a:noFill/>
          </a:ln>
        </p:spPr>
        <p:txBody>
          <a:bodyPr anchorCtr="0" anchor="ctr" bIns="45700" lIns="45700" spcFirstLastPara="1" rIns="45700" wrap="square" tIns="45700">
            <a:noAutofit/>
          </a:bodyPr>
          <a:lstStyle>
            <a:lvl1pPr lvl="0" algn="l">
              <a:lnSpc>
                <a:spcPct val="100000"/>
              </a:lnSpc>
              <a:spcBef>
                <a:spcPts val="0"/>
              </a:spcBef>
              <a:spcAft>
                <a:spcPts val="0"/>
              </a:spcAft>
              <a:buSzPts val="1900"/>
              <a:buNone/>
              <a:defRPr sz="1700">
                <a:solidFill>
                  <a:srgbClr val="FFFFFF"/>
                </a:solidFill>
              </a:defRPr>
            </a:lvl1pPr>
            <a:lvl2pPr lvl="1" algn="l">
              <a:lnSpc>
                <a:spcPct val="100000"/>
              </a:lnSpc>
              <a:spcBef>
                <a:spcPts val="2900"/>
              </a:spcBef>
              <a:spcAft>
                <a:spcPts val="0"/>
              </a:spcAft>
              <a:buSzPts val="1900"/>
              <a:buNone/>
              <a:defRPr/>
            </a:lvl2pPr>
            <a:lvl3pPr lvl="2" algn="l">
              <a:lnSpc>
                <a:spcPct val="100000"/>
              </a:lnSpc>
              <a:spcBef>
                <a:spcPts val="2900"/>
              </a:spcBef>
              <a:spcAft>
                <a:spcPts val="0"/>
              </a:spcAft>
              <a:buSzPts val="1900"/>
              <a:buNone/>
              <a:defRPr/>
            </a:lvl3pPr>
            <a:lvl4pPr lvl="3" algn="l">
              <a:lnSpc>
                <a:spcPct val="100000"/>
              </a:lnSpc>
              <a:spcBef>
                <a:spcPts val="2900"/>
              </a:spcBef>
              <a:spcAft>
                <a:spcPts val="0"/>
              </a:spcAft>
              <a:buSzPts val="1900"/>
              <a:buNone/>
              <a:defRPr/>
            </a:lvl4pPr>
            <a:lvl5pPr lvl="4" algn="l">
              <a:lnSpc>
                <a:spcPct val="100000"/>
              </a:lnSpc>
              <a:spcBef>
                <a:spcPts val="2900"/>
              </a:spcBef>
              <a:spcAft>
                <a:spcPts val="0"/>
              </a:spcAft>
              <a:buSzPts val="1900"/>
              <a:buNone/>
              <a:defRPr/>
            </a:lvl5pPr>
            <a:lvl6pPr lvl="5" algn="l">
              <a:lnSpc>
                <a:spcPct val="100000"/>
              </a:lnSpc>
              <a:spcBef>
                <a:spcPts val="2900"/>
              </a:spcBef>
              <a:spcAft>
                <a:spcPts val="0"/>
              </a:spcAft>
              <a:buSzPts val="1900"/>
              <a:buNone/>
              <a:defRPr/>
            </a:lvl6pPr>
            <a:lvl7pPr lvl="6" algn="l">
              <a:lnSpc>
                <a:spcPct val="100000"/>
              </a:lnSpc>
              <a:spcBef>
                <a:spcPts val="2900"/>
              </a:spcBef>
              <a:spcAft>
                <a:spcPts val="0"/>
              </a:spcAft>
              <a:buSzPts val="1900"/>
              <a:buNone/>
              <a:defRPr/>
            </a:lvl7pPr>
            <a:lvl8pPr lvl="7" algn="l">
              <a:lnSpc>
                <a:spcPct val="100000"/>
              </a:lnSpc>
              <a:spcBef>
                <a:spcPts val="2900"/>
              </a:spcBef>
              <a:spcAft>
                <a:spcPts val="0"/>
              </a:spcAft>
              <a:buSzPts val="1900"/>
              <a:buNone/>
              <a:defRPr/>
            </a:lvl8pPr>
            <a:lvl9pPr lvl="8" algn="l">
              <a:lnSpc>
                <a:spcPct val="100000"/>
              </a:lnSpc>
              <a:spcBef>
                <a:spcPts val="2900"/>
              </a:spcBef>
              <a:spcAft>
                <a:spcPts val="0"/>
              </a:spcAft>
              <a:buSzPts val="19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gn Off">
  <p:cSld name="Sign Off">
    <p:spTree>
      <p:nvGrpSpPr>
        <p:cNvPr id="126" name="Shape 126"/>
        <p:cNvGrpSpPr/>
        <p:nvPr/>
      </p:nvGrpSpPr>
      <p:grpSpPr>
        <a:xfrm>
          <a:off x="0" y="0"/>
          <a:ext cx="0" cy="0"/>
          <a:chOff x="0" y="0"/>
          <a:chExt cx="0" cy="0"/>
        </a:xfrm>
      </p:grpSpPr>
      <p:sp>
        <p:nvSpPr>
          <p:cNvPr id="127" name="Google Shape;127;p34"/>
          <p:cNvSpPr txBox="1"/>
          <p:nvPr>
            <p:ph idx="1" type="body"/>
          </p:nvPr>
        </p:nvSpPr>
        <p:spPr>
          <a:xfrm>
            <a:off x="1853009" y="2700016"/>
            <a:ext cx="8486100" cy="1064400"/>
          </a:xfrm>
          <a:prstGeom prst="rect">
            <a:avLst/>
          </a:prstGeom>
          <a:noFill/>
          <a:ln>
            <a:noFill/>
          </a:ln>
        </p:spPr>
        <p:txBody>
          <a:bodyPr anchorCtr="0" anchor="ctr" bIns="45700" lIns="45700" spcFirstLastPara="1" rIns="45700" wrap="square" tIns="45700">
            <a:noAutofit/>
          </a:bodyPr>
          <a:lstStyle>
            <a:lvl1pPr indent="-228600" lvl="0" marL="457200" marR="0" algn="ctr">
              <a:lnSpc>
                <a:spcPct val="100000"/>
              </a:lnSpc>
              <a:spcBef>
                <a:spcPts val="0"/>
              </a:spcBef>
              <a:spcAft>
                <a:spcPts val="0"/>
              </a:spcAft>
              <a:buClr>
                <a:srgbClr val="5E6EBF"/>
              </a:buClr>
              <a:buSzPts val="1900"/>
              <a:buFont typeface="Roboto"/>
              <a:buNone/>
              <a:defRPr i="0" sz="6000" u="none" cap="none" strike="noStrike">
                <a:solidFill>
                  <a:srgbClr val="5E6EBF"/>
                </a:solidFill>
                <a:latin typeface="Roboto"/>
                <a:ea typeface="Roboto"/>
                <a:cs typeface="Roboto"/>
                <a:sym typeface="Roboto"/>
              </a:defRPr>
            </a:lvl1pPr>
            <a:lvl2pPr indent="-349250" lvl="1" marL="914400" marR="0" algn="l">
              <a:lnSpc>
                <a:spcPct val="100000"/>
              </a:lnSpc>
              <a:spcBef>
                <a:spcPts val="2900"/>
              </a:spcBef>
              <a:spcAft>
                <a:spcPts val="0"/>
              </a:spcAft>
              <a:buClr>
                <a:srgbClr val="000000"/>
              </a:buClr>
              <a:buSzPts val="1900"/>
              <a:buChar char="•"/>
              <a:defRPr i="0" sz="2500" u="none" cap="none" strike="noStrike">
                <a:solidFill>
                  <a:srgbClr val="000000"/>
                </a:solidFill>
              </a:defRPr>
            </a:lvl2pPr>
            <a:lvl3pPr indent="-349250" lvl="2" marL="1371600" marR="0" algn="l">
              <a:lnSpc>
                <a:spcPct val="100000"/>
              </a:lnSpc>
              <a:spcBef>
                <a:spcPts val="2900"/>
              </a:spcBef>
              <a:spcAft>
                <a:spcPts val="0"/>
              </a:spcAft>
              <a:buClr>
                <a:srgbClr val="000000"/>
              </a:buClr>
              <a:buSzPts val="1900"/>
              <a:buChar char="•"/>
              <a:defRPr i="0" sz="2500" u="none" cap="none" strike="noStrike">
                <a:solidFill>
                  <a:srgbClr val="000000"/>
                </a:solidFill>
              </a:defRPr>
            </a:lvl3pPr>
            <a:lvl4pPr indent="-349250" lvl="3" marL="1828800" marR="0" algn="l">
              <a:lnSpc>
                <a:spcPct val="100000"/>
              </a:lnSpc>
              <a:spcBef>
                <a:spcPts val="2900"/>
              </a:spcBef>
              <a:spcAft>
                <a:spcPts val="0"/>
              </a:spcAft>
              <a:buClr>
                <a:srgbClr val="000000"/>
              </a:buClr>
              <a:buSzPts val="1900"/>
              <a:buChar char="•"/>
              <a:defRPr i="0" sz="2500" u="none" cap="none" strike="noStrike">
                <a:solidFill>
                  <a:srgbClr val="000000"/>
                </a:solidFill>
              </a:defRPr>
            </a:lvl4pPr>
            <a:lvl5pPr indent="-349250" lvl="4" marL="2286000" marR="0" algn="l">
              <a:lnSpc>
                <a:spcPct val="100000"/>
              </a:lnSpc>
              <a:spcBef>
                <a:spcPts val="2900"/>
              </a:spcBef>
              <a:spcAft>
                <a:spcPts val="0"/>
              </a:spcAft>
              <a:buClr>
                <a:srgbClr val="000000"/>
              </a:buClr>
              <a:buSzPts val="1900"/>
              <a:buChar char="•"/>
              <a:defRPr i="0" sz="2500" u="none" cap="none" strike="noStrike">
                <a:solidFill>
                  <a:srgbClr val="000000"/>
                </a:solidFill>
              </a:defRPr>
            </a:lvl5pPr>
            <a:lvl6pPr indent="-349250" lvl="5" marL="2743200" marR="0" algn="l">
              <a:lnSpc>
                <a:spcPct val="100000"/>
              </a:lnSpc>
              <a:spcBef>
                <a:spcPts val="2900"/>
              </a:spcBef>
              <a:spcAft>
                <a:spcPts val="0"/>
              </a:spcAft>
              <a:buClr>
                <a:srgbClr val="000000"/>
              </a:buClr>
              <a:buSzPts val="1900"/>
              <a:buChar char="•"/>
              <a:defRPr i="0" sz="2500" u="none" cap="none" strike="noStrike">
                <a:solidFill>
                  <a:srgbClr val="000000"/>
                </a:solidFill>
              </a:defRPr>
            </a:lvl6pPr>
            <a:lvl7pPr indent="-349250" lvl="6" marL="3200400" marR="0" algn="l">
              <a:lnSpc>
                <a:spcPct val="100000"/>
              </a:lnSpc>
              <a:spcBef>
                <a:spcPts val="2900"/>
              </a:spcBef>
              <a:spcAft>
                <a:spcPts val="0"/>
              </a:spcAft>
              <a:buClr>
                <a:srgbClr val="000000"/>
              </a:buClr>
              <a:buSzPts val="1900"/>
              <a:buChar char="•"/>
              <a:defRPr i="0" sz="2500" u="none" cap="none" strike="noStrike">
                <a:solidFill>
                  <a:srgbClr val="000000"/>
                </a:solidFill>
              </a:defRPr>
            </a:lvl7pPr>
            <a:lvl8pPr indent="-349250" lvl="7" marL="3657600" marR="0" algn="l">
              <a:lnSpc>
                <a:spcPct val="100000"/>
              </a:lnSpc>
              <a:spcBef>
                <a:spcPts val="2900"/>
              </a:spcBef>
              <a:spcAft>
                <a:spcPts val="0"/>
              </a:spcAft>
              <a:buClr>
                <a:srgbClr val="000000"/>
              </a:buClr>
              <a:buSzPts val="1900"/>
              <a:buChar char="•"/>
              <a:defRPr i="0" sz="2500" u="none" cap="none" strike="noStrike">
                <a:solidFill>
                  <a:srgbClr val="000000"/>
                </a:solidFill>
              </a:defRPr>
            </a:lvl8pPr>
            <a:lvl9pPr indent="-349250" lvl="8" marL="4114800" marR="0" algn="l">
              <a:lnSpc>
                <a:spcPct val="100000"/>
              </a:lnSpc>
              <a:spcBef>
                <a:spcPts val="2900"/>
              </a:spcBef>
              <a:spcAft>
                <a:spcPts val="0"/>
              </a:spcAft>
              <a:buClr>
                <a:srgbClr val="000000"/>
              </a:buClr>
              <a:buSzPts val="1900"/>
              <a:buChar char="•"/>
              <a:defRPr i="0" sz="2500" u="none" cap="none" strike="noStrike">
                <a:solidFill>
                  <a:srgbClr val="000000"/>
                </a:solidFill>
              </a:defRPr>
            </a:lvl9pPr>
          </a:lstStyle>
          <a:p/>
        </p:txBody>
      </p:sp>
      <p:sp>
        <p:nvSpPr>
          <p:cNvPr id="128" name="Google Shape;128;p34"/>
          <p:cNvSpPr txBox="1"/>
          <p:nvPr>
            <p:ph idx="12" type="sldNum"/>
          </p:nvPr>
        </p:nvSpPr>
        <p:spPr>
          <a:xfrm>
            <a:off x="9633585" y="609600"/>
            <a:ext cx="1948800" cy="255600"/>
          </a:xfrm>
          <a:prstGeom prst="rect">
            <a:avLst/>
          </a:prstGeom>
          <a:noFill/>
          <a:ln>
            <a:noFill/>
          </a:ln>
        </p:spPr>
        <p:txBody>
          <a:bodyPr anchorCtr="0" anchor="t" bIns="35700" lIns="35700" spcFirstLastPara="1" rIns="35700" wrap="square" tIns="35700">
            <a:noAutofit/>
          </a:bodyPr>
          <a:lstStyle>
            <a:lvl1pPr indent="0" lvl="0"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200"/>
              <a:buFont typeface="Helvetica Neue Light"/>
              <a:buNone/>
              <a:defRPr b="0" i="0" sz="1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CA"/>
              <a:t>‹#›</a:t>
            </a:fld>
            <a:endParaRPr sz="1300">
              <a:solidFill>
                <a:srgbClr val="004C3F"/>
              </a:solidFill>
              <a:latin typeface="Lato"/>
              <a:ea typeface="Lato"/>
              <a:cs typeface="Lato"/>
              <a:sym typeface="Lat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2.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29.xml"/><Relationship Id="rId11" Type="http://schemas.openxmlformats.org/officeDocument/2006/relationships/slideLayout" Target="../slideLayouts/slideLayout20.xml"/><Relationship Id="rId22" Type="http://schemas.openxmlformats.org/officeDocument/2006/relationships/slideLayout" Target="../slideLayouts/slideLayout31.xml"/><Relationship Id="rId10" Type="http://schemas.openxmlformats.org/officeDocument/2006/relationships/slideLayout" Target="../slideLayouts/slideLayout19.xml"/><Relationship Id="rId21" Type="http://schemas.openxmlformats.org/officeDocument/2006/relationships/slideLayout" Target="../slideLayouts/slideLayout30.xml"/><Relationship Id="rId13" Type="http://schemas.openxmlformats.org/officeDocument/2006/relationships/slideLayout" Target="../slideLayouts/slideLayout22.xml"/><Relationship Id="rId24" Type="http://schemas.openxmlformats.org/officeDocument/2006/relationships/theme" Target="../theme/theme1.xml"/><Relationship Id="rId12" Type="http://schemas.openxmlformats.org/officeDocument/2006/relationships/slideLayout" Target="../slideLayouts/slideLayout21.xml"/><Relationship Id="rId23" Type="http://schemas.openxmlformats.org/officeDocument/2006/relationships/slideLayout" Target="../slideLayouts/slideLayout32.xml"/><Relationship Id="rId1" Type="http://schemas.openxmlformats.org/officeDocument/2006/relationships/slideLayout" Target="../slideLayouts/slideLayout10.xml"/><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5" Type="http://schemas.openxmlformats.org/officeDocument/2006/relationships/slideLayout" Target="../slideLayouts/slideLayout24.xml"/><Relationship Id="rId14" Type="http://schemas.openxmlformats.org/officeDocument/2006/relationships/slideLayout" Target="../slideLayouts/slideLayout23.xml"/><Relationship Id="rId17" Type="http://schemas.openxmlformats.org/officeDocument/2006/relationships/slideLayout" Target="../slideLayouts/slideLayout26.xml"/><Relationship Id="rId16" Type="http://schemas.openxmlformats.org/officeDocument/2006/relationships/slideLayout" Target="../slideLayouts/slideLayout25.xml"/><Relationship Id="rId5" Type="http://schemas.openxmlformats.org/officeDocument/2006/relationships/slideLayout" Target="../slideLayouts/slideLayout14.xml"/><Relationship Id="rId19" Type="http://schemas.openxmlformats.org/officeDocument/2006/relationships/slideLayout" Target="../slideLayouts/slideLayout28.xml"/><Relationship Id="rId6" Type="http://schemas.openxmlformats.org/officeDocument/2006/relationships/slideLayout" Target="../slideLayouts/slideLayout15.xml"/><Relationship Id="rId18" Type="http://schemas.openxmlformats.org/officeDocument/2006/relationships/slideLayout" Target="../slideLayouts/slideLayout27.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4C3F"/>
        </a:solidFill>
      </p:bgPr>
    </p:bg>
    <p:spTree>
      <p:nvGrpSpPr>
        <p:cNvPr id="9" name="Shape 9"/>
        <p:cNvGrpSpPr/>
        <p:nvPr/>
      </p:nvGrpSpPr>
      <p:grpSpPr>
        <a:xfrm>
          <a:off x="0" y="0"/>
          <a:ext cx="0" cy="0"/>
          <a:chOff x="0" y="0"/>
          <a:chExt cx="0" cy="0"/>
        </a:xfrm>
      </p:grpSpPr>
      <p:cxnSp>
        <p:nvCxnSpPr>
          <p:cNvPr id="10" name="Google Shape;10;p1"/>
          <p:cNvCxnSpPr/>
          <p:nvPr/>
        </p:nvCxnSpPr>
        <p:spPr>
          <a:xfrm>
            <a:off x="303450" y="423127"/>
            <a:ext cx="0" cy="6176400"/>
          </a:xfrm>
          <a:prstGeom prst="straightConnector1">
            <a:avLst/>
          </a:prstGeom>
          <a:noFill/>
          <a:ln cap="flat" cmpd="sng" w="9525">
            <a:solidFill>
              <a:srgbClr val="FFFFFF"/>
            </a:solidFill>
            <a:prstDash val="solid"/>
            <a:round/>
            <a:headEnd len="sm" w="sm" type="none"/>
            <a:tailEnd len="sm" w="sm" type="none"/>
          </a:ln>
        </p:spPr>
      </p:cxnSp>
      <p:pic>
        <p:nvPicPr>
          <p:cNvPr id="11" name="Google Shape;11;p1"/>
          <p:cNvPicPr preferRelativeResize="0"/>
          <p:nvPr/>
        </p:nvPicPr>
        <p:blipFill rotWithShape="1">
          <a:blip r:embed="rId1">
            <a:alphaModFix/>
          </a:blip>
          <a:srcRect b="19" l="0" r="0" t="19"/>
          <a:stretch/>
        </p:blipFill>
        <p:spPr>
          <a:xfrm>
            <a:off x="10164000" y="5838433"/>
            <a:ext cx="1447267" cy="412333"/>
          </a:xfrm>
          <a:prstGeom prst="rect">
            <a:avLst/>
          </a:prstGeom>
          <a:noFill/>
          <a:ln>
            <a:noFill/>
          </a:ln>
        </p:spPr>
      </p:pic>
      <p:sp>
        <p:nvSpPr>
          <p:cNvPr id="12" name="Google Shape;12;p1"/>
          <p:cNvSpPr txBox="1"/>
          <p:nvPr>
            <p:ph idx="12" type="sldNum"/>
          </p:nvPr>
        </p:nvSpPr>
        <p:spPr>
          <a:xfrm>
            <a:off x="11149145" y="229301"/>
            <a:ext cx="731700" cy="524700"/>
          </a:xfrm>
          <a:prstGeom prst="rect">
            <a:avLst/>
          </a:prstGeom>
          <a:noFill/>
          <a:ln>
            <a:noFill/>
          </a:ln>
        </p:spPr>
        <p:txBody>
          <a:bodyPr anchorCtr="0" anchor="t" bIns="121900" lIns="121900" spcFirstLastPara="1" rIns="121900" wrap="square" tIns="121900">
            <a:noAutofit/>
          </a:bodyPr>
          <a:lstStyle>
            <a:lvl1pPr indent="0" lvl="0" marL="0" marR="0" rtl="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800"/>
              <a:buFont typeface="Arial"/>
              <a:buNone/>
              <a:defRPr b="0" i="0" sz="8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84">
          <p15:clr>
            <a:srgbClr val="EA4335"/>
          </p15:clr>
        </p15:guide>
        <p15:guide id="2" pos="384">
          <p15:clr>
            <a:srgbClr val="EA4335"/>
          </p15:clr>
        </p15:guide>
        <p15:guide id="3" orient="horz" pos="3937">
          <p15:clr>
            <a:srgbClr val="EA4335"/>
          </p15:clr>
        </p15:guide>
        <p15:guide id="4" pos="7296">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4C3F"/>
        </a:solidFill>
      </p:bgPr>
    </p:bg>
    <p:spTree>
      <p:nvGrpSpPr>
        <p:cNvPr id="42" name="Shape 42"/>
        <p:cNvGrpSpPr/>
        <p:nvPr/>
      </p:nvGrpSpPr>
      <p:grpSpPr>
        <a:xfrm>
          <a:off x="0" y="0"/>
          <a:ext cx="0" cy="0"/>
          <a:chOff x="0" y="0"/>
          <a:chExt cx="0" cy="0"/>
        </a:xfrm>
      </p:grpSpPr>
      <p:sp>
        <p:nvSpPr>
          <p:cNvPr id="43" name="Google Shape;43;p11"/>
          <p:cNvSpPr txBox="1"/>
          <p:nvPr>
            <p:ph type="title"/>
          </p:nvPr>
        </p:nvSpPr>
        <p:spPr>
          <a:xfrm>
            <a:off x="2193727" y="312539"/>
            <a:ext cx="7804500" cy="1518000"/>
          </a:xfrm>
          <a:prstGeom prst="rect">
            <a:avLst/>
          </a:prstGeom>
          <a:noFill/>
          <a:ln>
            <a:noFill/>
          </a:ln>
        </p:spPr>
        <p:txBody>
          <a:bodyPr anchorCtr="0" anchor="ctr" bIns="45700" lIns="45700" spcFirstLastPara="1" rIns="45700" wrap="square" tIns="45700">
            <a:noAutofit/>
          </a:bodyPr>
          <a:lstStyle>
            <a:lvl1pPr lvl="0" marR="0" rtl="0" algn="ctr">
              <a:lnSpc>
                <a:spcPct val="100000"/>
              </a:lnSpc>
              <a:spcBef>
                <a:spcPts val="0"/>
              </a:spcBef>
              <a:spcAft>
                <a:spcPts val="0"/>
              </a:spcAft>
              <a:buClr>
                <a:srgbClr val="000000"/>
              </a:buClr>
              <a:buSzPts val="700"/>
              <a:buFont typeface="Lato"/>
              <a:buNone/>
              <a:defRPr b="1" i="0" sz="5600" u="none" cap="none" strike="noStrike">
                <a:solidFill>
                  <a:srgbClr val="000000"/>
                </a:solidFill>
                <a:latin typeface="Lato"/>
                <a:ea typeface="Lato"/>
                <a:cs typeface="Lato"/>
                <a:sym typeface="Lato"/>
              </a:defRPr>
            </a:lvl1pPr>
            <a:lvl2pPr lvl="1" marR="0" rtl="0" algn="ctr">
              <a:lnSpc>
                <a:spcPct val="100000"/>
              </a:lnSpc>
              <a:spcBef>
                <a:spcPts val="0"/>
              </a:spcBef>
              <a:spcAft>
                <a:spcPts val="0"/>
              </a:spcAft>
              <a:buClr>
                <a:srgbClr val="000000"/>
              </a:buClr>
              <a:buSzPts val="700"/>
              <a:buFont typeface="Lato"/>
              <a:buNone/>
              <a:defRPr b="1" i="0" sz="5600" u="none" cap="none" strike="noStrike">
                <a:solidFill>
                  <a:srgbClr val="000000"/>
                </a:solidFill>
                <a:latin typeface="Lato"/>
                <a:ea typeface="Lato"/>
                <a:cs typeface="Lato"/>
                <a:sym typeface="Lato"/>
              </a:defRPr>
            </a:lvl2pPr>
            <a:lvl3pPr lvl="2" marR="0" rtl="0" algn="ctr">
              <a:lnSpc>
                <a:spcPct val="100000"/>
              </a:lnSpc>
              <a:spcBef>
                <a:spcPts val="0"/>
              </a:spcBef>
              <a:spcAft>
                <a:spcPts val="0"/>
              </a:spcAft>
              <a:buClr>
                <a:srgbClr val="000000"/>
              </a:buClr>
              <a:buSzPts val="700"/>
              <a:buFont typeface="Lato"/>
              <a:buNone/>
              <a:defRPr b="1" i="0" sz="5600" u="none" cap="none" strike="noStrike">
                <a:solidFill>
                  <a:srgbClr val="000000"/>
                </a:solidFill>
                <a:latin typeface="Lato"/>
                <a:ea typeface="Lato"/>
                <a:cs typeface="Lato"/>
                <a:sym typeface="Lato"/>
              </a:defRPr>
            </a:lvl3pPr>
            <a:lvl4pPr lvl="3" marR="0" rtl="0" algn="ctr">
              <a:lnSpc>
                <a:spcPct val="100000"/>
              </a:lnSpc>
              <a:spcBef>
                <a:spcPts val="0"/>
              </a:spcBef>
              <a:spcAft>
                <a:spcPts val="0"/>
              </a:spcAft>
              <a:buClr>
                <a:srgbClr val="000000"/>
              </a:buClr>
              <a:buSzPts val="700"/>
              <a:buFont typeface="Lato"/>
              <a:buNone/>
              <a:defRPr b="1" i="0" sz="5600" u="none" cap="none" strike="noStrike">
                <a:solidFill>
                  <a:srgbClr val="000000"/>
                </a:solidFill>
                <a:latin typeface="Lato"/>
                <a:ea typeface="Lato"/>
                <a:cs typeface="Lato"/>
                <a:sym typeface="Lato"/>
              </a:defRPr>
            </a:lvl4pPr>
            <a:lvl5pPr lvl="4" marR="0" rtl="0" algn="ctr">
              <a:lnSpc>
                <a:spcPct val="100000"/>
              </a:lnSpc>
              <a:spcBef>
                <a:spcPts val="0"/>
              </a:spcBef>
              <a:spcAft>
                <a:spcPts val="0"/>
              </a:spcAft>
              <a:buClr>
                <a:srgbClr val="000000"/>
              </a:buClr>
              <a:buSzPts val="700"/>
              <a:buFont typeface="Lato"/>
              <a:buNone/>
              <a:defRPr b="1" i="0" sz="5600" u="none" cap="none" strike="noStrike">
                <a:solidFill>
                  <a:srgbClr val="000000"/>
                </a:solidFill>
                <a:latin typeface="Lato"/>
                <a:ea typeface="Lato"/>
                <a:cs typeface="Lato"/>
                <a:sym typeface="Lato"/>
              </a:defRPr>
            </a:lvl5pPr>
            <a:lvl6pPr lvl="5" marR="0" rtl="0" algn="ctr">
              <a:lnSpc>
                <a:spcPct val="100000"/>
              </a:lnSpc>
              <a:spcBef>
                <a:spcPts val="0"/>
              </a:spcBef>
              <a:spcAft>
                <a:spcPts val="0"/>
              </a:spcAft>
              <a:buClr>
                <a:srgbClr val="000000"/>
              </a:buClr>
              <a:buSzPts val="700"/>
              <a:buFont typeface="Lato"/>
              <a:buNone/>
              <a:defRPr b="1" i="0" sz="5600" u="none" cap="none" strike="noStrike">
                <a:solidFill>
                  <a:srgbClr val="000000"/>
                </a:solidFill>
                <a:latin typeface="Lato"/>
                <a:ea typeface="Lato"/>
                <a:cs typeface="Lato"/>
                <a:sym typeface="Lato"/>
              </a:defRPr>
            </a:lvl6pPr>
            <a:lvl7pPr lvl="6" marR="0" rtl="0" algn="ctr">
              <a:lnSpc>
                <a:spcPct val="100000"/>
              </a:lnSpc>
              <a:spcBef>
                <a:spcPts val="0"/>
              </a:spcBef>
              <a:spcAft>
                <a:spcPts val="0"/>
              </a:spcAft>
              <a:buClr>
                <a:srgbClr val="000000"/>
              </a:buClr>
              <a:buSzPts val="700"/>
              <a:buFont typeface="Lato"/>
              <a:buNone/>
              <a:defRPr b="1" i="0" sz="5600" u="none" cap="none" strike="noStrike">
                <a:solidFill>
                  <a:srgbClr val="000000"/>
                </a:solidFill>
                <a:latin typeface="Lato"/>
                <a:ea typeface="Lato"/>
                <a:cs typeface="Lato"/>
                <a:sym typeface="Lato"/>
              </a:defRPr>
            </a:lvl7pPr>
            <a:lvl8pPr lvl="7" marR="0" rtl="0" algn="ctr">
              <a:lnSpc>
                <a:spcPct val="100000"/>
              </a:lnSpc>
              <a:spcBef>
                <a:spcPts val="0"/>
              </a:spcBef>
              <a:spcAft>
                <a:spcPts val="0"/>
              </a:spcAft>
              <a:buClr>
                <a:srgbClr val="000000"/>
              </a:buClr>
              <a:buSzPts val="700"/>
              <a:buFont typeface="Lato"/>
              <a:buNone/>
              <a:defRPr b="1" i="0" sz="5600" u="none" cap="none" strike="noStrike">
                <a:solidFill>
                  <a:srgbClr val="000000"/>
                </a:solidFill>
                <a:latin typeface="Lato"/>
                <a:ea typeface="Lato"/>
                <a:cs typeface="Lato"/>
                <a:sym typeface="Lato"/>
              </a:defRPr>
            </a:lvl8pPr>
            <a:lvl9pPr lvl="8" marR="0" rtl="0" algn="ctr">
              <a:lnSpc>
                <a:spcPct val="100000"/>
              </a:lnSpc>
              <a:spcBef>
                <a:spcPts val="0"/>
              </a:spcBef>
              <a:spcAft>
                <a:spcPts val="0"/>
              </a:spcAft>
              <a:buClr>
                <a:srgbClr val="000000"/>
              </a:buClr>
              <a:buSzPts val="700"/>
              <a:buFont typeface="Lato"/>
              <a:buNone/>
              <a:defRPr b="1" i="0" sz="5600" u="none" cap="none" strike="noStrike">
                <a:solidFill>
                  <a:srgbClr val="000000"/>
                </a:solidFill>
                <a:latin typeface="Lato"/>
                <a:ea typeface="Lato"/>
                <a:cs typeface="Lato"/>
                <a:sym typeface="Lato"/>
              </a:defRPr>
            </a:lvl9pPr>
          </a:lstStyle>
          <a:p/>
        </p:txBody>
      </p:sp>
      <p:sp>
        <p:nvSpPr>
          <p:cNvPr id="44" name="Google Shape;44;p11"/>
          <p:cNvSpPr txBox="1"/>
          <p:nvPr>
            <p:ph idx="1" type="body"/>
          </p:nvPr>
        </p:nvSpPr>
        <p:spPr>
          <a:xfrm>
            <a:off x="2193727" y="1830586"/>
            <a:ext cx="7804500" cy="4419900"/>
          </a:xfrm>
          <a:prstGeom prst="rect">
            <a:avLst/>
          </a:prstGeom>
          <a:noFill/>
          <a:ln>
            <a:noFill/>
          </a:ln>
        </p:spPr>
        <p:txBody>
          <a:bodyPr anchorCtr="0" anchor="ctr" bIns="45700" lIns="45700" spcFirstLastPara="1" rIns="45700" wrap="square" tIns="45700">
            <a:noAutofit/>
          </a:bodyPr>
          <a:lstStyle>
            <a:lvl1pPr indent="-349250" lvl="0" marL="457200" marR="0" rtl="0" algn="l">
              <a:lnSpc>
                <a:spcPct val="100000"/>
              </a:lnSpc>
              <a:spcBef>
                <a:spcPts val="2900"/>
              </a:spcBef>
              <a:spcAft>
                <a:spcPts val="0"/>
              </a:spcAft>
              <a:buClr>
                <a:srgbClr val="000000"/>
              </a:buClr>
              <a:buSzPts val="1900"/>
              <a:buFont typeface="Roboto Light"/>
              <a:buChar char="•"/>
              <a:defRPr b="0" i="0" sz="2500" u="none" cap="none" strike="noStrike">
                <a:solidFill>
                  <a:srgbClr val="000000"/>
                </a:solidFill>
                <a:latin typeface="Roboto Light"/>
                <a:ea typeface="Roboto Light"/>
                <a:cs typeface="Roboto Light"/>
                <a:sym typeface="Roboto Light"/>
              </a:defRPr>
            </a:lvl1pPr>
            <a:lvl2pPr indent="-349250" lvl="1" marL="914400" marR="0" rtl="0" algn="l">
              <a:lnSpc>
                <a:spcPct val="100000"/>
              </a:lnSpc>
              <a:spcBef>
                <a:spcPts val="2900"/>
              </a:spcBef>
              <a:spcAft>
                <a:spcPts val="0"/>
              </a:spcAft>
              <a:buClr>
                <a:srgbClr val="000000"/>
              </a:buClr>
              <a:buSzPts val="1900"/>
              <a:buFont typeface="Roboto Light"/>
              <a:buChar char="•"/>
              <a:defRPr b="0" i="0" sz="2500" u="none" cap="none" strike="noStrike">
                <a:solidFill>
                  <a:srgbClr val="000000"/>
                </a:solidFill>
                <a:latin typeface="Roboto Light"/>
                <a:ea typeface="Roboto Light"/>
                <a:cs typeface="Roboto Light"/>
                <a:sym typeface="Roboto Light"/>
              </a:defRPr>
            </a:lvl2pPr>
            <a:lvl3pPr indent="-349250" lvl="2" marL="1371600" marR="0" rtl="0" algn="l">
              <a:lnSpc>
                <a:spcPct val="100000"/>
              </a:lnSpc>
              <a:spcBef>
                <a:spcPts val="2900"/>
              </a:spcBef>
              <a:spcAft>
                <a:spcPts val="0"/>
              </a:spcAft>
              <a:buClr>
                <a:srgbClr val="000000"/>
              </a:buClr>
              <a:buSzPts val="1900"/>
              <a:buFont typeface="Roboto Light"/>
              <a:buChar char="•"/>
              <a:defRPr b="0" i="0" sz="2500" u="none" cap="none" strike="noStrike">
                <a:solidFill>
                  <a:srgbClr val="000000"/>
                </a:solidFill>
                <a:latin typeface="Roboto Light"/>
                <a:ea typeface="Roboto Light"/>
                <a:cs typeface="Roboto Light"/>
                <a:sym typeface="Roboto Light"/>
              </a:defRPr>
            </a:lvl3pPr>
            <a:lvl4pPr indent="-349250" lvl="3" marL="1828800" marR="0" rtl="0" algn="l">
              <a:lnSpc>
                <a:spcPct val="100000"/>
              </a:lnSpc>
              <a:spcBef>
                <a:spcPts val="2900"/>
              </a:spcBef>
              <a:spcAft>
                <a:spcPts val="0"/>
              </a:spcAft>
              <a:buClr>
                <a:srgbClr val="000000"/>
              </a:buClr>
              <a:buSzPts val="1900"/>
              <a:buFont typeface="Roboto Light"/>
              <a:buChar char="•"/>
              <a:defRPr b="0" i="0" sz="2500" u="none" cap="none" strike="noStrike">
                <a:solidFill>
                  <a:srgbClr val="000000"/>
                </a:solidFill>
                <a:latin typeface="Roboto Light"/>
                <a:ea typeface="Roboto Light"/>
                <a:cs typeface="Roboto Light"/>
                <a:sym typeface="Roboto Light"/>
              </a:defRPr>
            </a:lvl4pPr>
            <a:lvl5pPr indent="-349250" lvl="4" marL="2286000" marR="0" rtl="0" algn="l">
              <a:lnSpc>
                <a:spcPct val="100000"/>
              </a:lnSpc>
              <a:spcBef>
                <a:spcPts val="2900"/>
              </a:spcBef>
              <a:spcAft>
                <a:spcPts val="0"/>
              </a:spcAft>
              <a:buClr>
                <a:srgbClr val="000000"/>
              </a:buClr>
              <a:buSzPts val="1900"/>
              <a:buFont typeface="Roboto Light"/>
              <a:buChar char="•"/>
              <a:defRPr b="0" i="0" sz="2500" u="none" cap="none" strike="noStrike">
                <a:solidFill>
                  <a:srgbClr val="000000"/>
                </a:solidFill>
                <a:latin typeface="Roboto Light"/>
                <a:ea typeface="Roboto Light"/>
                <a:cs typeface="Roboto Light"/>
                <a:sym typeface="Roboto Light"/>
              </a:defRPr>
            </a:lvl5pPr>
            <a:lvl6pPr indent="-349250" lvl="5" marL="2743200" marR="0" rtl="0" algn="l">
              <a:lnSpc>
                <a:spcPct val="100000"/>
              </a:lnSpc>
              <a:spcBef>
                <a:spcPts val="2900"/>
              </a:spcBef>
              <a:spcAft>
                <a:spcPts val="0"/>
              </a:spcAft>
              <a:buClr>
                <a:srgbClr val="000000"/>
              </a:buClr>
              <a:buSzPts val="1900"/>
              <a:buFont typeface="Roboto Light"/>
              <a:buChar char="•"/>
              <a:defRPr b="0" i="0" sz="2500" u="none" cap="none" strike="noStrike">
                <a:solidFill>
                  <a:srgbClr val="000000"/>
                </a:solidFill>
                <a:latin typeface="Roboto Light"/>
                <a:ea typeface="Roboto Light"/>
                <a:cs typeface="Roboto Light"/>
                <a:sym typeface="Roboto Light"/>
              </a:defRPr>
            </a:lvl6pPr>
            <a:lvl7pPr indent="-349250" lvl="6" marL="3200400" marR="0" rtl="0" algn="l">
              <a:lnSpc>
                <a:spcPct val="100000"/>
              </a:lnSpc>
              <a:spcBef>
                <a:spcPts val="2900"/>
              </a:spcBef>
              <a:spcAft>
                <a:spcPts val="0"/>
              </a:spcAft>
              <a:buClr>
                <a:srgbClr val="000000"/>
              </a:buClr>
              <a:buSzPts val="1900"/>
              <a:buFont typeface="Roboto Light"/>
              <a:buChar char="•"/>
              <a:defRPr b="0" i="0" sz="2500" u="none" cap="none" strike="noStrike">
                <a:solidFill>
                  <a:srgbClr val="000000"/>
                </a:solidFill>
                <a:latin typeface="Roboto Light"/>
                <a:ea typeface="Roboto Light"/>
                <a:cs typeface="Roboto Light"/>
                <a:sym typeface="Roboto Light"/>
              </a:defRPr>
            </a:lvl7pPr>
            <a:lvl8pPr indent="-349250" lvl="7" marL="3657600" marR="0" rtl="0" algn="l">
              <a:lnSpc>
                <a:spcPct val="100000"/>
              </a:lnSpc>
              <a:spcBef>
                <a:spcPts val="2900"/>
              </a:spcBef>
              <a:spcAft>
                <a:spcPts val="0"/>
              </a:spcAft>
              <a:buClr>
                <a:srgbClr val="000000"/>
              </a:buClr>
              <a:buSzPts val="1900"/>
              <a:buFont typeface="Roboto Light"/>
              <a:buChar char="•"/>
              <a:defRPr b="0" i="0" sz="2500" u="none" cap="none" strike="noStrike">
                <a:solidFill>
                  <a:srgbClr val="000000"/>
                </a:solidFill>
                <a:latin typeface="Roboto Light"/>
                <a:ea typeface="Roboto Light"/>
                <a:cs typeface="Roboto Light"/>
                <a:sym typeface="Roboto Light"/>
              </a:defRPr>
            </a:lvl8pPr>
            <a:lvl9pPr indent="-349250" lvl="8" marL="4114800" marR="0" rtl="0" algn="l">
              <a:lnSpc>
                <a:spcPct val="100000"/>
              </a:lnSpc>
              <a:spcBef>
                <a:spcPts val="2900"/>
              </a:spcBef>
              <a:spcAft>
                <a:spcPts val="0"/>
              </a:spcAft>
              <a:buClr>
                <a:srgbClr val="000000"/>
              </a:buClr>
              <a:buSzPts val="1900"/>
              <a:buFont typeface="Roboto Light"/>
              <a:buChar char="•"/>
              <a:defRPr b="0" i="0" sz="2500" u="none" cap="none" strike="noStrike">
                <a:solidFill>
                  <a:srgbClr val="000000"/>
                </a:solidFill>
                <a:latin typeface="Roboto Light"/>
                <a:ea typeface="Roboto Light"/>
                <a:cs typeface="Roboto Light"/>
                <a:sym typeface="Roboto Light"/>
              </a:defRPr>
            </a:lvl9pPr>
          </a:lstStyle>
          <a:p/>
        </p:txBody>
      </p:sp>
      <p:sp>
        <p:nvSpPr>
          <p:cNvPr id="45" name="Google Shape;45;p11"/>
          <p:cNvSpPr txBox="1"/>
          <p:nvPr>
            <p:ph idx="12" type="sldNum"/>
          </p:nvPr>
        </p:nvSpPr>
        <p:spPr>
          <a:xfrm>
            <a:off x="9633585" y="609600"/>
            <a:ext cx="1948800" cy="255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300"/>
              <a:buFont typeface="Helvetica Neue Light"/>
              <a:buNone/>
              <a:defRPr b="0" i="0" sz="1300" u="none" cap="none" strike="noStrike">
                <a:solidFill>
                  <a:srgbClr val="004C3F"/>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300"/>
              <a:buFont typeface="Helvetica Neue Light"/>
              <a:buNone/>
              <a:defRPr b="0" i="0" sz="1300" u="none" cap="none" strike="noStrike">
                <a:solidFill>
                  <a:srgbClr val="004C3F"/>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300"/>
              <a:buFont typeface="Helvetica Neue Light"/>
              <a:buNone/>
              <a:defRPr b="0" i="0" sz="1300" u="none" cap="none" strike="noStrike">
                <a:solidFill>
                  <a:srgbClr val="004C3F"/>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300"/>
              <a:buFont typeface="Helvetica Neue Light"/>
              <a:buNone/>
              <a:defRPr b="0" i="0" sz="1300" u="none" cap="none" strike="noStrike">
                <a:solidFill>
                  <a:srgbClr val="004C3F"/>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300"/>
              <a:buFont typeface="Helvetica Neue Light"/>
              <a:buNone/>
              <a:defRPr b="0" i="0" sz="1300" u="none" cap="none" strike="noStrike">
                <a:solidFill>
                  <a:srgbClr val="004C3F"/>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300"/>
              <a:buFont typeface="Helvetica Neue Light"/>
              <a:buNone/>
              <a:defRPr b="0" i="0" sz="1300" u="none" cap="none" strike="noStrike">
                <a:solidFill>
                  <a:srgbClr val="004C3F"/>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300"/>
              <a:buFont typeface="Helvetica Neue Light"/>
              <a:buNone/>
              <a:defRPr b="0" i="0" sz="1300" u="none" cap="none" strike="noStrike">
                <a:solidFill>
                  <a:srgbClr val="004C3F"/>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300"/>
              <a:buFont typeface="Helvetica Neue Light"/>
              <a:buNone/>
              <a:defRPr b="0" i="0" sz="1300" u="none" cap="none" strike="noStrike">
                <a:solidFill>
                  <a:srgbClr val="004C3F"/>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300"/>
              <a:buFont typeface="Helvetica Neue Light"/>
              <a:buNone/>
              <a:defRPr b="0" i="0" sz="1300" u="none" cap="none" strike="noStrike">
                <a:solidFill>
                  <a:srgbClr val="004C3F"/>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1" r:id="rId15"/>
    <p:sldLayoutId id="2147483672" r:id="rId16"/>
    <p:sldLayoutId id="2147483673" r:id="rId17"/>
    <p:sldLayoutId id="2147483674" r:id="rId18"/>
    <p:sldLayoutId id="2147483675" r:id="rId19"/>
    <p:sldLayoutId id="2147483676" r:id="rId20"/>
    <p:sldLayoutId id="2147483677" r:id="rId21"/>
    <p:sldLayoutId id="2147483678" r:id="rId22"/>
    <p:sldLayoutId id="2147483679"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84">
          <p15:clr>
            <a:srgbClr val="EA4335"/>
          </p15:clr>
        </p15:guide>
        <p15:guide id="2" pos="384">
          <p15:clr>
            <a:srgbClr val="EA4335"/>
          </p15:clr>
        </p15:guide>
        <p15:guide id="3" orient="horz" pos="3937">
          <p15:clr>
            <a:srgbClr val="EA4335"/>
          </p15:clr>
        </p15:guide>
        <p15:guide id="4" pos="7296">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jpg"/><Relationship Id="rId4" Type="http://schemas.openxmlformats.org/officeDocument/2006/relationships/hyperlink" Target="http://www.brainstorming.co.uk/tutorials/analogytutorial.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 Id="rId3"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4C3F"/>
        </a:solidFill>
      </p:bgPr>
    </p:bg>
    <p:spTree>
      <p:nvGrpSpPr>
        <p:cNvPr id="132" name="Shape 132"/>
        <p:cNvGrpSpPr/>
        <p:nvPr/>
      </p:nvGrpSpPr>
      <p:grpSpPr>
        <a:xfrm>
          <a:off x="0" y="0"/>
          <a:ext cx="0" cy="0"/>
          <a:chOff x="0" y="0"/>
          <a:chExt cx="0" cy="0"/>
        </a:xfrm>
      </p:grpSpPr>
      <p:sp>
        <p:nvSpPr>
          <p:cNvPr id="133" name="Google Shape;133;p35"/>
          <p:cNvSpPr txBox="1"/>
          <p:nvPr>
            <p:ph idx="1" type="body"/>
          </p:nvPr>
        </p:nvSpPr>
        <p:spPr>
          <a:xfrm>
            <a:off x="2286000" y="2286167"/>
            <a:ext cx="8486100" cy="228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1300"/>
              </a:spcAft>
              <a:buClr>
                <a:srgbClr val="5E6EBF"/>
              </a:buClr>
              <a:buSzPts val="4800"/>
              <a:buFont typeface="Arial"/>
              <a:buNone/>
            </a:pPr>
            <a:r>
              <a:rPr b="1" i="0" lang="en-CA" sz="4800" u="none" cap="none" strike="noStrike">
                <a:solidFill>
                  <a:srgbClr val="FFFFFF"/>
                </a:solidFill>
                <a:latin typeface="Roboto"/>
                <a:ea typeface="Roboto"/>
                <a:cs typeface="Roboto"/>
                <a:sym typeface="Roboto"/>
              </a:rPr>
              <a:t>Design Thinking for Learning Experience Design</a:t>
            </a:r>
            <a:br>
              <a:rPr b="1" i="0" lang="en-CA" sz="8000" u="none" cap="none" strike="noStrike">
                <a:solidFill>
                  <a:srgbClr val="004C3F"/>
                </a:solidFill>
                <a:latin typeface="Roboto"/>
                <a:ea typeface="Roboto"/>
                <a:cs typeface="Roboto"/>
                <a:sym typeface="Roboto"/>
              </a:rPr>
            </a:br>
            <a:endParaRPr b="0" i="0" sz="2400" u="none" cap="none" strike="noStrike">
              <a:solidFill>
                <a:srgbClr val="90DFD6"/>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37" name="Shape 137"/>
        <p:cNvGrpSpPr/>
        <p:nvPr/>
      </p:nvGrpSpPr>
      <p:grpSpPr>
        <a:xfrm>
          <a:off x="0" y="0"/>
          <a:ext cx="0" cy="0"/>
          <a:chOff x="0" y="0"/>
          <a:chExt cx="0" cy="0"/>
        </a:xfrm>
      </p:grpSpPr>
      <p:sp>
        <p:nvSpPr>
          <p:cNvPr id="138" name="Google Shape;138;p36"/>
          <p:cNvSpPr txBox="1"/>
          <p:nvPr>
            <p:ph idx="1" type="body"/>
          </p:nvPr>
        </p:nvSpPr>
        <p:spPr>
          <a:xfrm>
            <a:off x="468024" y="885925"/>
            <a:ext cx="1463700" cy="35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1300"/>
              </a:spcAft>
              <a:buClr>
                <a:srgbClr val="5E6EBF"/>
              </a:buClr>
              <a:buSzPts val="1900"/>
              <a:buFont typeface="Arial"/>
              <a:buNone/>
            </a:pPr>
            <a:r>
              <a:rPr b="1" i="0" lang="en-CA" sz="1900" u="none" cap="none" strike="noStrike">
                <a:solidFill>
                  <a:srgbClr val="004C3F"/>
                </a:solidFill>
                <a:latin typeface="Roboto"/>
                <a:ea typeface="Roboto"/>
                <a:cs typeface="Roboto"/>
                <a:sym typeface="Roboto"/>
              </a:rPr>
              <a:t>Learning Experience Design Process</a:t>
            </a:r>
            <a:endParaRPr b="1" i="0" sz="1900" u="none" cap="none" strike="noStrike">
              <a:solidFill>
                <a:srgbClr val="004C3F"/>
              </a:solidFill>
              <a:latin typeface="Roboto"/>
              <a:ea typeface="Roboto"/>
              <a:cs typeface="Roboto"/>
              <a:sym typeface="Roboto"/>
            </a:endParaRPr>
          </a:p>
        </p:txBody>
      </p:sp>
      <p:sp>
        <p:nvSpPr>
          <p:cNvPr id="139" name="Google Shape;139;p36"/>
          <p:cNvSpPr txBox="1"/>
          <p:nvPr>
            <p:ph idx="12" type="sldNum"/>
          </p:nvPr>
        </p:nvSpPr>
        <p:spPr>
          <a:xfrm>
            <a:off x="11149145" y="229301"/>
            <a:ext cx="731700" cy="524700"/>
          </a:xfrm>
          <a:prstGeom prst="rect">
            <a:avLst/>
          </a:prstGeom>
          <a:noFill/>
          <a:ln>
            <a:noFill/>
          </a:ln>
        </p:spPr>
        <p:txBody>
          <a:bodyPr anchorCtr="0" anchor="t" bIns="121900" lIns="121900" spcFirstLastPara="1" rIns="121900" wrap="square" tIns="121900">
            <a:noAutofit/>
          </a:bodyPr>
          <a:lstStyle/>
          <a:p>
            <a:pPr indent="0" lvl="0" marL="0" rtl="0" algn="r">
              <a:lnSpc>
                <a:spcPct val="100000"/>
              </a:lnSpc>
              <a:spcBef>
                <a:spcPts val="0"/>
              </a:spcBef>
              <a:spcAft>
                <a:spcPts val="0"/>
              </a:spcAft>
              <a:buSzPts val="800"/>
              <a:buNone/>
            </a:pPr>
            <a:fld id="{00000000-1234-1234-1234-123412341234}" type="slidenum">
              <a:rPr lang="en-CA" sz="800">
                <a:solidFill>
                  <a:srgbClr val="004C3F"/>
                </a:solidFill>
                <a:latin typeface="Roboto"/>
                <a:ea typeface="Roboto"/>
                <a:cs typeface="Roboto"/>
                <a:sym typeface="Roboto"/>
              </a:rPr>
              <a:t>‹#›</a:t>
            </a:fld>
            <a:endParaRPr sz="800">
              <a:solidFill>
                <a:srgbClr val="004C3F"/>
              </a:solidFill>
              <a:latin typeface="Roboto"/>
              <a:ea typeface="Roboto"/>
              <a:cs typeface="Roboto"/>
              <a:sym typeface="Roboto"/>
            </a:endParaRPr>
          </a:p>
        </p:txBody>
      </p:sp>
      <p:sp>
        <p:nvSpPr>
          <p:cNvPr id="140" name="Google Shape;140;p36"/>
          <p:cNvSpPr txBox="1"/>
          <p:nvPr>
            <p:ph idx="2" type="body"/>
          </p:nvPr>
        </p:nvSpPr>
        <p:spPr>
          <a:xfrm>
            <a:off x="2765733" y="2251126"/>
            <a:ext cx="890700" cy="768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300"/>
              </a:spcAft>
              <a:buClr>
                <a:srgbClr val="5E6EBF"/>
              </a:buClr>
              <a:buSzPts val="4000"/>
              <a:buFont typeface="Arial"/>
              <a:buNone/>
            </a:pPr>
            <a:r>
              <a:rPr b="0" i="0" lang="en-CA" sz="4000" u="none" cap="none" strike="noStrike">
                <a:solidFill>
                  <a:srgbClr val="FFA781"/>
                </a:solidFill>
                <a:latin typeface="Roboto Black"/>
                <a:ea typeface="Roboto Black"/>
                <a:cs typeface="Roboto Black"/>
                <a:sym typeface="Roboto Black"/>
              </a:rPr>
              <a:t>01</a:t>
            </a:r>
            <a:endParaRPr b="0" i="0" sz="4000" u="none" cap="none" strike="noStrike">
              <a:solidFill>
                <a:srgbClr val="FFA781"/>
              </a:solidFill>
              <a:latin typeface="Roboto Black"/>
              <a:ea typeface="Roboto Black"/>
              <a:cs typeface="Roboto Black"/>
              <a:sym typeface="Roboto Black"/>
            </a:endParaRPr>
          </a:p>
        </p:txBody>
      </p:sp>
      <p:sp>
        <p:nvSpPr>
          <p:cNvPr id="141" name="Google Shape;141;p36"/>
          <p:cNvSpPr txBox="1"/>
          <p:nvPr>
            <p:ph idx="3" type="body"/>
          </p:nvPr>
        </p:nvSpPr>
        <p:spPr>
          <a:xfrm>
            <a:off x="5097100" y="2253267"/>
            <a:ext cx="890700" cy="76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300"/>
              </a:spcAft>
              <a:buClr>
                <a:srgbClr val="5E6EBF"/>
              </a:buClr>
              <a:buSzPts val="4000"/>
              <a:buFont typeface="Arial"/>
              <a:buNone/>
            </a:pPr>
            <a:r>
              <a:rPr b="0" i="0" lang="en-CA" sz="4000" u="none" cap="none" strike="noStrike">
                <a:solidFill>
                  <a:srgbClr val="FFA781"/>
                </a:solidFill>
                <a:latin typeface="Roboto Black"/>
                <a:ea typeface="Roboto Black"/>
                <a:cs typeface="Roboto Black"/>
                <a:sym typeface="Roboto Black"/>
              </a:rPr>
              <a:t>02</a:t>
            </a:r>
            <a:endParaRPr b="0" i="0" sz="4000" u="none" cap="none" strike="noStrike">
              <a:solidFill>
                <a:srgbClr val="FFA781"/>
              </a:solidFill>
              <a:latin typeface="Roboto Black"/>
              <a:ea typeface="Roboto Black"/>
              <a:cs typeface="Roboto Black"/>
              <a:sym typeface="Roboto Black"/>
            </a:endParaRPr>
          </a:p>
        </p:txBody>
      </p:sp>
      <p:sp>
        <p:nvSpPr>
          <p:cNvPr id="142" name="Google Shape;142;p36"/>
          <p:cNvSpPr txBox="1"/>
          <p:nvPr>
            <p:ph idx="4" type="body"/>
          </p:nvPr>
        </p:nvSpPr>
        <p:spPr>
          <a:xfrm>
            <a:off x="7309767" y="2253267"/>
            <a:ext cx="890700" cy="76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300"/>
              </a:spcAft>
              <a:buClr>
                <a:srgbClr val="5E6EBF"/>
              </a:buClr>
              <a:buSzPts val="4000"/>
              <a:buFont typeface="Arial"/>
              <a:buNone/>
            </a:pPr>
            <a:r>
              <a:rPr b="0" i="0" lang="en-CA" sz="4000" u="none" cap="none" strike="noStrike">
                <a:solidFill>
                  <a:srgbClr val="FFA781"/>
                </a:solidFill>
                <a:latin typeface="Roboto Black"/>
                <a:ea typeface="Roboto Black"/>
                <a:cs typeface="Roboto Black"/>
                <a:sym typeface="Roboto Black"/>
              </a:rPr>
              <a:t>03</a:t>
            </a:r>
            <a:endParaRPr b="0" i="0" sz="4000" u="none" cap="none" strike="noStrike">
              <a:solidFill>
                <a:srgbClr val="FFA781"/>
              </a:solidFill>
              <a:latin typeface="Roboto Black"/>
              <a:ea typeface="Roboto Black"/>
              <a:cs typeface="Roboto Black"/>
              <a:sym typeface="Roboto Black"/>
            </a:endParaRPr>
          </a:p>
        </p:txBody>
      </p:sp>
      <p:sp>
        <p:nvSpPr>
          <p:cNvPr id="143" name="Google Shape;143;p36"/>
          <p:cNvSpPr txBox="1"/>
          <p:nvPr>
            <p:ph idx="5" type="body"/>
          </p:nvPr>
        </p:nvSpPr>
        <p:spPr>
          <a:xfrm>
            <a:off x="9522433" y="2253267"/>
            <a:ext cx="890700" cy="76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300"/>
              </a:spcAft>
              <a:buClr>
                <a:srgbClr val="5E6EBF"/>
              </a:buClr>
              <a:buSzPts val="4000"/>
              <a:buFont typeface="Arial"/>
              <a:buNone/>
            </a:pPr>
            <a:r>
              <a:rPr b="0" i="0" lang="en-CA" sz="4000" u="none" cap="none" strike="noStrike">
                <a:solidFill>
                  <a:srgbClr val="FFA781"/>
                </a:solidFill>
                <a:latin typeface="Roboto Black"/>
                <a:ea typeface="Roboto Black"/>
                <a:cs typeface="Roboto Black"/>
                <a:sym typeface="Roboto Black"/>
              </a:rPr>
              <a:t>04</a:t>
            </a:r>
            <a:endParaRPr b="0" i="0" sz="4000" u="none" cap="none" strike="noStrike">
              <a:solidFill>
                <a:srgbClr val="FFA781"/>
              </a:solidFill>
              <a:latin typeface="Roboto Black"/>
              <a:ea typeface="Roboto Black"/>
              <a:cs typeface="Roboto Black"/>
              <a:sym typeface="Roboto Black"/>
            </a:endParaRPr>
          </a:p>
        </p:txBody>
      </p:sp>
      <p:sp>
        <p:nvSpPr>
          <p:cNvPr id="144" name="Google Shape;144;p36"/>
          <p:cNvSpPr txBox="1"/>
          <p:nvPr>
            <p:ph idx="6" type="body"/>
          </p:nvPr>
        </p:nvSpPr>
        <p:spPr>
          <a:xfrm>
            <a:off x="2841933" y="3256567"/>
            <a:ext cx="1561200" cy="325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300"/>
              </a:spcAft>
              <a:buClr>
                <a:srgbClr val="5E6EBF"/>
              </a:buClr>
              <a:buSzPts val="1700"/>
              <a:buFont typeface="Arial"/>
              <a:buNone/>
            </a:pPr>
            <a:r>
              <a:rPr b="0" i="0" lang="en-CA" sz="1700" u="none" cap="none" strike="noStrike">
                <a:solidFill>
                  <a:srgbClr val="004C3F"/>
                </a:solidFill>
                <a:latin typeface="Roboto Black"/>
                <a:ea typeface="Roboto Black"/>
                <a:cs typeface="Roboto Black"/>
                <a:sym typeface="Roboto Black"/>
              </a:rPr>
              <a:t>Think</a:t>
            </a:r>
            <a:endParaRPr b="0" i="0" sz="1700" u="none" cap="none" strike="noStrike">
              <a:solidFill>
                <a:srgbClr val="004C3F"/>
              </a:solidFill>
              <a:latin typeface="Roboto Black"/>
              <a:ea typeface="Roboto Black"/>
              <a:cs typeface="Roboto Black"/>
              <a:sym typeface="Roboto Black"/>
            </a:endParaRPr>
          </a:p>
        </p:txBody>
      </p:sp>
      <p:sp>
        <p:nvSpPr>
          <p:cNvPr id="145" name="Google Shape;145;p36"/>
          <p:cNvSpPr txBox="1"/>
          <p:nvPr>
            <p:ph idx="7" type="body"/>
          </p:nvPr>
        </p:nvSpPr>
        <p:spPr>
          <a:xfrm>
            <a:off x="5119567" y="3256567"/>
            <a:ext cx="1561200" cy="325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300"/>
              </a:spcAft>
              <a:buClr>
                <a:srgbClr val="5E6EBF"/>
              </a:buClr>
              <a:buSzPts val="1700"/>
              <a:buFont typeface="Arial"/>
              <a:buNone/>
            </a:pPr>
            <a:r>
              <a:rPr b="0" i="0" lang="en-CA" sz="1700" u="none" cap="none" strike="noStrike">
                <a:solidFill>
                  <a:srgbClr val="004C3F"/>
                </a:solidFill>
                <a:latin typeface="Roboto Black"/>
                <a:ea typeface="Roboto Black"/>
                <a:cs typeface="Roboto Black"/>
                <a:sym typeface="Roboto Black"/>
              </a:rPr>
              <a:t>Explore</a:t>
            </a:r>
            <a:endParaRPr b="0" i="0" sz="1700" u="none" cap="none" strike="noStrike">
              <a:solidFill>
                <a:srgbClr val="004C3F"/>
              </a:solidFill>
              <a:latin typeface="Roboto Black"/>
              <a:ea typeface="Roboto Black"/>
              <a:cs typeface="Roboto Black"/>
              <a:sym typeface="Roboto Black"/>
            </a:endParaRPr>
          </a:p>
        </p:txBody>
      </p:sp>
      <p:sp>
        <p:nvSpPr>
          <p:cNvPr id="146" name="Google Shape;146;p36"/>
          <p:cNvSpPr txBox="1"/>
          <p:nvPr>
            <p:ph idx="8" type="body"/>
          </p:nvPr>
        </p:nvSpPr>
        <p:spPr>
          <a:xfrm>
            <a:off x="7321000" y="3256567"/>
            <a:ext cx="1561200" cy="325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300"/>
              </a:spcAft>
              <a:buClr>
                <a:srgbClr val="5E6EBF"/>
              </a:buClr>
              <a:buSzPts val="1700"/>
              <a:buFont typeface="Arial"/>
              <a:buNone/>
            </a:pPr>
            <a:r>
              <a:rPr b="0" i="0" lang="en-CA" sz="1700" u="none" cap="none" strike="noStrike">
                <a:solidFill>
                  <a:srgbClr val="004C3F"/>
                </a:solidFill>
                <a:latin typeface="Roboto Black"/>
                <a:ea typeface="Roboto Black"/>
                <a:cs typeface="Roboto Black"/>
                <a:sym typeface="Roboto Black"/>
              </a:rPr>
              <a:t>Build &amp; Release</a:t>
            </a:r>
            <a:endParaRPr b="0" i="0" sz="1700" u="none" cap="none" strike="noStrike">
              <a:solidFill>
                <a:srgbClr val="004C3F"/>
              </a:solidFill>
              <a:latin typeface="Roboto Black"/>
              <a:ea typeface="Roboto Black"/>
              <a:cs typeface="Roboto Black"/>
              <a:sym typeface="Roboto Black"/>
            </a:endParaRPr>
          </a:p>
        </p:txBody>
      </p:sp>
      <p:sp>
        <p:nvSpPr>
          <p:cNvPr id="147" name="Google Shape;147;p36"/>
          <p:cNvSpPr txBox="1"/>
          <p:nvPr>
            <p:ph idx="9" type="body"/>
          </p:nvPr>
        </p:nvSpPr>
        <p:spPr>
          <a:xfrm>
            <a:off x="9637300" y="3256567"/>
            <a:ext cx="1561200" cy="325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300"/>
              </a:spcAft>
              <a:buClr>
                <a:srgbClr val="5E6EBF"/>
              </a:buClr>
              <a:buSzPts val="1700"/>
              <a:buFont typeface="Arial"/>
              <a:buNone/>
            </a:pPr>
            <a:r>
              <a:rPr b="0" i="0" lang="en-CA" sz="1700" u="none" cap="none" strike="noStrike">
                <a:solidFill>
                  <a:srgbClr val="004C3F"/>
                </a:solidFill>
                <a:latin typeface="Roboto Black"/>
                <a:ea typeface="Roboto Black"/>
                <a:cs typeface="Roboto Black"/>
                <a:sym typeface="Roboto Black"/>
              </a:rPr>
              <a:t>Done</a:t>
            </a:r>
            <a:endParaRPr b="0" i="0" sz="1700" u="none" cap="none" strike="noStrike">
              <a:solidFill>
                <a:srgbClr val="004C3F"/>
              </a:solidFill>
              <a:latin typeface="Roboto Black"/>
              <a:ea typeface="Roboto Black"/>
              <a:cs typeface="Roboto Black"/>
              <a:sym typeface="Roboto Black"/>
            </a:endParaRPr>
          </a:p>
        </p:txBody>
      </p:sp>
      <p:sp>
        <p:nvSpPr>
          <p:cNvPr id="148" name="Google Shape;148;p36"/>
          <p:cNvSpPr txBox="1"/>
          <p:nvPr>
            <p:ph idx="13" type="body"/>
          </p:nvPr>
        </p:nvSpPr>
        <p:spPr>
          <a:xfrm>
            <a:off x="2841933" y="3727100"/>
            <a:ext cx="1561200" cy="325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0" i="0" lang="en-CA" sz="1100" u="none" cap="none" strike="noStrike">
                <a:solidFill>
                  <a:schemeClr val="dk1"/>
                </a:solidFill>
                <a:latin typeface="Roboto"/>
                <a:ea typeface="Roboto"/>
                <a:cs typeface="Roboto"/>
                <a:sym typeface="Roboto"/>
              </a:rPr>
              <a:t>Empathize to evaluate the  learner need.</a:t>
            </a:r>
            <a:endParaRPr b="0"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300"/>
              </a:spcAft>
              <a:buClr>
                <a:srgbClr val="5E6EBF"/>
              </a:buClr>
              <a:buSzPts val="1100"/>
              <a:buFont typeface="Arial"/>
              <a:buNone/>
            </a:pPr>
            <a:r>
              <a:t/>
            </a:r>
            <a:endParaRPr b="0" i="0" sz="1100" u="none" cap="none" strike="noStrike">
              <a:solidFill>
                <a:schemeClr val="dk1"/>
              </a:solidFill>
              <a:latin typeface="Roboto"/>
              <a:ea typeface="Roboto"/>
              <a:cs typeface="Roboto"/>
              <a:sym typeface="Roboto"/>
            </a:endParaRPr>
          </a:p>
        </p:txBody>
      </p:sp>
      <p:sp>
        <p:nvSpPr>
          <p:cNvPr id="149" name="Google Shape;149;p36"/>
          <p:cNvSpPr txBox="1"/>
          <p:nvPr>
            <p:ph idx="14" type="body"/>
          </p:nvPr>
        </p:nvSpPr>
        <p:spPr>
          <a:xfrm>
            <a:off x="5119567" y="3727100"/>
            <a:ext cx="1561200" cy="325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00"/>
              <a:buFont typeface="Arial"/>
              <a:buNone/>
            </a:pPr>
            <a:r>
              <a:rPr b="0" i="0" lang="en-CA" sz="1100" u="none" cap="none" strike="noStrike">
                <a:solidFill>
                  <a:schemeClr val="dk1"/>
                </a:solidFill>
                <a:latin typeface="Roboto"/>
                <a:ea typeface="Roboto"/>
                <a:cs typeface="Roboto"/>
                <a:sym typeface="Roboto"/>
              </a:rPr>
              <a:t>How to solve for the learner need.</a:t>
            </a:r>
            <a:br>
              <a:rPr b="0" i="0" lang="en-CA" sz="1100" u="none" cap="none" strike="noStrike">
                <a:solidFill>
                  <a:schemeClr val="dk1"/>
                </a:solidFill>
                <a:latin typeface="Roboto"/>
                <a:ea typeface="Roboto"/>
                <a:cs typeface="Roboto"/>
                <a:sym typeface="Roboto"/>
              </a:rPr>
            </a:br>
            <a:endParaRPr b="0" i="0" sz="1100" u="none" cap="none" strike="noStrike">
              <a:solidFill>
                <a:schemeClr val="dk1"/>
              </a:solidFill>
              <a:latin typeface="Roboto"/>
              <a:ea typeface="Roboto"/>
              <a:cs typeface="Roboto"/>
              <a:sym typeface="Roboto"/>
            </a:endParaRPr>
          </a:p>
          <a:p>
            <a:pPr indent="0" lvl="0" marL="0" marR="0" rtl="0" algn="l">
              <a:lnSpc>
                <a:spcPct val="100000"/>
              </a:lnSpc>
              <a:spcBef>
                <a:spcPts val="300"/>
              </a:spcBef>
              <a:spcAft>
                <a:spcPts val="0"/>
              </a:spcAft>
              <a:buClr>
                <a:schemeClr val="dk1"/>
              </a:buClr>
              <a:buSzPts val="1500"/>
              <a:buFont typeface="Arial"/>
              <a:buNone/>
            </a:pPr>
            <a:r>
              <a:rPr b="0" i="0" lang="en-CA" sz="1100" u="none" cap="none" strike="noStrike">
                <a:solidFill>
                  <a:schemeClr val="dk1"/>
                </a:solidFill>
                <a:latin typeface="Roboto"/>
                <a:ea typeface="Roboto"/>
                <a:cs typeface="Roboto"/>
                <a:sym typeface="Roboto"/>
              </a:rPr>
              <a:t>Analyze &amp; synthesize content to meet </a:t>
            </a:r>
            <a:endParaRPr b="0" i="0" sz="1100" u="none" cap="none" strike="noStrike">
              <a:solidFill>
                <a:schemeClr val="dk1"/>
              </a:solidFill>
              <a:latin typeface="Roboto"/>
              <a:ea typeface="Roboto"/>
              <a:cs typeface="Roboto"/>
              <a:sym typeface="Roboto"/>
            </a:endParaRPr>
          </a:p>
          <a:p>
            <a:pPr indent="0" lvl="0" marL="0" marR="0" rtl="0" algn="l">
              <a:lnSpc>
                <a:spcPct val="100000"/>
              </a:lnSpc>
              <a:spcBef>
                <a:spcPts val="300"/>
              </a:spcBef>
              <a:spcAft>
                <a:spcPts val="0"/>
              </a:spcAft>
              <a:buClr>
                <a:schemeClr val="dk1"/>
              </a:buClr>
              <a:buSzPts val="1500"/>
              <a:buFont typeface="Arial"/>
              <a:buNone/>
            </a:pPr>
            <a:r>
              <a:rPr b="0" i="0" lang="en-CA" sz="1100" u="none" cap="none" strike="noStrike">
                <a:solidFill>
                  <a:schemeClr val="dk1"/>
                </a:solidFill>
                <a:latin typeface="Roboto"/>
                <a:ea typeface="Roboto"/>
                <a:cs typeface="Roboto"/>
                <a:sym typeface="Roboto"/>
              </a:rPr>
              <a:t>this need.</a:t>
            </a:r>
            <a:endParaRPr b="0" i="0" sz="1100" u="none" cap="none" strike="noStrike">
              <a:solidFill>
                <a:schemeClr val="dk1"/>
              </a:solidFill>
              <a:latin typeface="Roboto"/>
              <a:ea typeface="Roboto"/>
              <a:cs typeface="Roboto"/>
              <a:sym typeface="Roboto"/>
            </a:endParaRPr>
          </a:p>
          <a:p>
            <a:pPr indent="0" lvl="0" marL="0" marR="0" rtl="0" algn="l">
              <a:lnSpc>
                <a:spcPct val="100000"/>
              </a:lnSpc>
              <a:spcBef>
                <a:spcPts val="300"/>
              </a:spcBef>
              <a:spcAft>
                <a:spcPts val="0"/>
              </a:spcAft>
              <a:buClr>
                <a:schemeClr val="dk1"/>
              </a:buClr>
              <a:buSzPts val="1500"/>
              <a:buFont typeface="Arial"/>
              <a:buNone/>
            </a:pPr>
            <a:r>
              <a:t/>
            </a:r>
            <a:endParaRPr b="0" i="0" sz="1100" u="none" cap="none" strike="noStrike">
              <a:solidFill>
                <a:schemeClr val="dk1"/>
              </a:solidFill>
              <a:latin typeface="Roboto"/>
              <a:ea typeface="Roboto"/>
              <a:cs typeface="Roboto"/>
              <a:sym typeface="Roboto"/>
            </a:endParaRPr>
          </a:p>
          <a:p>
            <a:pPr indent="0" lvl="0" marL="0" marR="0" rtl="0" algn="l">
              <a:lnSpc>
                <a:spcPct val="100000"/>
              </a:lnSpc>
              <a:spcBef>
                <a:spcPts val="300"/>
              </a:spcBef>
              <a:spcAft>
                <a:spcPts val="300"/>
              </a:spcAft>
              <a:buClr>
                <a:srgbClr val="5E6EBF"/>
              </a:buClr>
              <a:buSzPts val="1100"/>
              <a:buFont typeface="Arial"/>
              <a:buNone/>
            </a:pPr>
            <a:r>
              <a:t/>
            </a:r>
            <a:endParaRPr b="0" i="0" sz="1100" u="none" cap="none" strike="noStrike">
              <a:solidFill>
                <a:schemeClr val="dk1"/>
              </a:solidFill>
              <a:latin typeface="Roboto"/>
              <a:ea typeface="Roboto"/>
              <a:cs typeface="Roboto"/>
              <a:sym typeface="Roboto"/>
            </a:endParaRPr>
          </a:p>
        </p:txBody>
      </p:sp>
      <p:sp>
        <p:nvSpPr>
          <p:cNvPr id="150" name="Google Shape;150;p36"/>
          <p:cNvSpPr txBox="1"/>
          <p:nvPr>
            <p:ph idx="15" type="body"/>
          </p:nvPr>
        </p:nvSpPr>
        <p:spPr>
          <a:xfrm>
            <a:off x="7321000" y="3727100"/>
            <a:ext cx="1561200" cy="325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500"/>
              <a:buFont typeface="Arial"/>
              <a:buNone/>
            </a:pPr>
            <a:r>
              <a:rPr b="0" i="0" lang="en-CA" sz="1100" u="none" cap="none" strike="noStrike">
                <a:solidFill>
                  <a:schemeClr val="dk1"/>
                </a:solidFill>
                <a:latin typeface="Roboto"/>
                <a:ea typeface="Roboto"/>
                <a:cs typeface="Roboto"/>
                <a:sym typeface="Roboto"/>
              </a:rPr>
              <a:t>Craft and develop content, </a:t>
            </a:r>
            <a:endParaRPr b="0" i="0" sz="1100" u="none" cap="none" strike="noStrike">
              <a:solidFill>
                <a:schemeClr val="dk1"/>
              </a:solidFill>
              <a:latin typeface="Roboto"/>
              <a:ea typeface="Roboto"/>
              <a:cs typeface="Roboto"/>
              <a:sym typeface="Roboto"/>
            </a:endParaRPr>
          </a:p>
          <a:p>
            <a:pPr indent="0" lvl="0" marL="0" marR="0" rtl="0" algn="ctr">
              <a:lnSpc>
                <a:spcPct val="100000"/>
              </a:lnSpc>
              <a:spcBef>
                <a:spcPts val="300"/>
              </a:spcBef>
              <a:spcAft>
                <a:spcPts val="0"/>
              </a:spcAft>
              <a:buClr>
                <a:schemeClr val="dk1"/>
              </a:buClr>
              <a:buSzPts val="1500"/>
              <a:buFont typeface="Arial"/>
              <a:buNone/>
            </a:pPr>
            <a:r>
              <a:rPr b="0" i="0" lang="en-CA" sz="1100" u="none" cap="none" strike="noStrike">
                <a:solidFill>
                  <a:schemeClr val="dk1"/>
                </a:solidFill>
                <a:latin typeface="Roboto"/>
                <a:ea typeface="Roboto"/>
                <a:cs typeface="Roboto"/>
                <a:sym typeface="Roboto"/>
              </a:rPr>
              <a:t>test,</a:t>
            </a:r>
            <a:endParaRPr b="0" i="0" sz="1100" u="none" cap="none" strike="noStrike">
              <a:solidFill>
                <a:schemeClr val="dk1"/>
              </a:solidFill>
              <a:latin typeface="Roboto"/>
              <a:ea typeface="Roboto"/>
              <a:cs typeface="Roboto"/>
              <a:sym typeface="Roboto"/>
            </a:endParaRPr>
          </a:p>
          <a:p>
            <a:pPr indent="0" lvl="0" marL="0" marR="0" rtl="0" algn="ctr">
              <a:lnSpc>
                <a:spcPct val="100000"/>
              </a:lnSpc>
              <a:spcBef>
                <a:spcPts val="300"/>
              </a:spcBef>
              <a:spcAft>
                <a:spcPts val="0"/>
              </a:spcAft>
              <a:buClr>
                <a:schemeClr val="dk1"/>
              </a:buClr>
              <a:buSzPts val="1500"/>
              <a:buFont typeface="Arial"/>
              <a:buNone/>
            </a:pPr>
            <a:r>
              <a:rPr b="0" i="0" lang="en-CA" sz="1100" u="none" cap="none" strike="noStrike">
                <a:solidFill>
                  <a:schemeClr val="dk1"/>
                </a:solidFill>
                <a:latin typeface="Roboto"/>
                <a:ea typeface="Roboto"/>
                <a:cs typeface="Roboto"/>
                <a:sym typeface="Roboto"/>
              </a:rPr>
              <a:t>iterate.</a:t>
            </a:r>
            <a:br>
              <a:rPr b="0" i="0" lang="en-CA" sz="1100" u="none" cap="none" strike="noStrike">
                <a:solidFill>
                  <a:schemeClr val="dk1"/>
                </a:solidFill>
                <a:latin typeface="Roboto"/>
                <a:ea typeface="Roboto"/>
                <a:cs typeface="Roboto"/>
                <a:sym typeface="Roboto"/>
              </a:rPr>
            </a:br>
            <a:endParaRPr b="0" i="0" sz="1100" u="none" cap="none" strike="noStrike">
              <a:solidFill>
                <a:schemeClr val="dk1"/>
              </a:solidFill>
              <a:latin typeface="Roboto"/>
              <a:ea typeface="Roboto"/>
              <a:cs typeface="Roboto"/>
              <a:sym typeface="Roboto"/>
            </a:endParaRPr>
          </a:p>
          <a:p>
            <a:pPr indent="0" lvl="0" marL="0" marR="0" rtl="0" algn="ctr">
              <a:lnSpc>
                <a:spcPct val="100000"/>
              </a:lnSpc>
              <a:spcBef>
                <a:spcPts val="300"/>
              </a:spcBef>
              <a:spcAft>
                <a:spcPts val="0"/>
              </a:spcAft>
              <a:buClr>
                <a:schemeClr val="dk1"/>
              </a:buClr>
              <a:buSzPts val="1500"/>
              <a:buFont typeface="Arial"/>
              <a:buNone/>
            </a:pPr>
            <a:r>
              <a:t/>
            </a:r>
            <a:endParaRPr b="0" i="0" sz="1100" u="none" cap="none" strike="noStrike">
              <a:solidFill>
                <a:schemeClr val="dk1"/>
              </a:solidFill>
              <a:latin typeface="Roboto"/>
              <a:ea typeface="Roboto"/>
              <a:cs typeface="Roboto"/>
              <a:sym typeface="Roboto"/>
            </a:endParaRPr>
          </a:p>
          <a:p>
            <a:pPr indent="0" lvl="0" marL="0" marR="0" rtl="0" algn="ctr">
              <a:lnSpc>
                <a:spcPct val="100000"/>
              </a:lnSpc>
              <a:spcBef>
                <a:spcPts val="300"/>
              </a:spcBef>
              <a:spcAft>
                <a:spcPts val="0"/>
              </a:spcAft>
              <a:buClr>
                <a:schemeClr val="dk1"/>
              </a:buClr>
              <a:buSzPts val="1500"/>
              <a:buFont typeface="Arial"/>
              <a:buNone/>
            </a:pPr>
            <a:r>
              <a:t/>
            </a:r>
            <a:endParaRPr b="0" i="0" sz="1100" u="none" cap="none" strike="noStrike">
              <a:solidFill>
                <a:schemeClr val="dk1"/>
              </a:solidFill>
              <a:latin typeface="Roboto"/>
              <a:ea typeface="Roboto"/>
              <a:cs typeface="Roboto"/>
              <a:sym typeface="Roboto"/>
            </a:endParaRPr>
          </a:p>
          <a:p>
            <a:pPr indent="0" lvl="0" marL="0" marR="0" rtl="0" algn="ctr">
              <a:lnSpc>
                <a:spcPct val="100000"/>
              </a:lnSpc>
              <a:spcBef>
                <a:spcPts val="300"/>
              </a:spcBef>
              <a:spcAft>
                <a:spcPts val="300"/>
              </a:spcAft>
              <a:buClr>
                <a:srgbClr val="5E6EBF"/>
              </a:buClr>
              <a:buSzPts val="1100"/>
              <a:buFont typeface="Arial"/>
              <a:buNone/>
            </a:pPr>
            <a:r>
              <a:t/>
            </a:r>
            <a:endParaRPr b="0" i="0" sz="1100" u="none" cap="none" strike="noStrike">
              <a:solidFill>
                <a:schemeClr val="dk1"/>
              </a:solidFill>
              <a:latin typeface="Roboto"/>
              <a:ea typeface="Roboto"/>
              <a:cs typeface="Roboto"/>
              <a:sym typeface="Roboto"/>
            </a:endParaRPr>
          </a:p>
        </p:txBody>
      </p:sp>
      <p:sp>
        <p:nvSpPr>
          <p:cNvPr id="151" name="Google Shape;151;p36"/>
          <p:cNvSpPr txBox="1"/>
          <p:nvPr>
            <p:ph idx="16" type="body"/>
          </p:nvPr>
        </p:nvSpPr>
        <p:spPr>
          <a:xfrm>
            <a:off x="9048425" y="3727100"/>
            <a:ext cx="1838700" cy="325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500"/>
              <a:buFont typeface="Arial"/>
              <a:buNone/>
            </a:pPr>
            <a:r>
              <a:rPr b="0" i="0" lang="en-CA" sz="1100" u="none" cap="none" strike="noStrike">
                <a:solidFill>
                  <a:schemeClr val="dk1"/>
                </a:solidFill>
                <a:latin typeface="Roboto"/>
                <a:ea typeface="Roboto"/>
                <a:cs typeface="Roboto"/>
                <a:sym typeface="Roboto"/>
              </a:rPr>
              <a:t>Release, </a:t>
            </a:r>
            <a:endParaRPr b="0" i="0" sz="1100" u="none" cap="none" strike="noStrike">
              <a:solidFill>
                <a:schemeClr val="dk1"/>
              </a:solidFill>
              <a:latin typeface="Roboto"/>
              <a:ea typeface="Roboto"/>
              <a:cs typeface="Roboto"/>
              <a:sym typeface="Roboto"/>
            </a:endParaRPr>
          </a:p>
          <a:p>
            <a:pPr indent="0" lvl="0" marL="0" marR="0" rtl="0" algn="ctr">
              <a:lnSpc>
                <a:spcPct val="100000"/>
              </a:lnSpc>
              <a:spcBef>
                <a:spcPts val="300"/>
              </a:spcBef>
              <a:spcAft>
                <a:spcPts val="0"/>
              </a:spcAft>
              <a:buClr>
                <a:schemeClr val="dk1"/>
              </a:buClr>
              <a:buSzPts val="1500"/>
              <a:buFont typeface="Arial"/>
              <a:buNone/>
            </a:pPr>
            <a:r>
              <a:rPr b="0" i="0" lang="en-CA" sz="1100" u="none" cap="none" strike="noStrike">
                <a:solidFill>
                  <a:schemeClr val="dk1"/>
                </a:solidFill>
                <a:latin typeface="Roboto"/>
                <a:ea typeface="Roboto"/>
                <a:cs typeface="Roboto"/>
                <a:sym typeface="Roboto"/>
              </a:rPr>
              <a:t>evaluate, </a:t>
            </a:r>
            <a:endParaRPr b="0" i="0" sz="1100" u="none" cap="none" strike="noStrike">
              <a:solidFill>
                <a:schemeClr val="dk1"/>
              </a:solidFill>
              <a:latin typeface="Roboto"/>
              <a:ea typeface="Roboto"/>
              <a:cs typeface="Roboto"/>
              <a:sym typeface="Roboto"/>
            </a:endParaRPr>
          </a:p>
          <a:p>
            <a:pPr indent="0" lvl="0" marL="0" marR="0" rtl="0" algn="ctr">
              <a:lnSpc>
                <a:spcPct val="100000"/>
              </a:lnSpc>
              <a:spcBef>
                <a:spcPts val="300"/>
              </a:spcBef>
              <a:spcAft>
                <a:spcPts val="0"/>
              </a:spcAft>
              <a:buClr>
                <a:schemeClr val="dk1"/>
              </a:buClr>
              <a:buSzPts val="1500"/>
              <a:buFont typeface="Arial"/>
              <a:buNone/>
            </a:pPr>
            <a:r>
              <a:rPr b="0" i="0" lang="en-CA" sz="1100" u="none" cap="none" strike="noStrike">
                <a:solidFill>
                  <a:schemeClr val="dk1"/>
                </a:solidFill>
                <a:latin typeface="Roboto"/>
                <a:ea typeface="Roboto"/>
                <a:cs typeface="Roboto"/>
                <a:sym typeface="Roboto"/>
              </a:rPr>
              <a:t>maintain.</a:t>
            </a:r>
            <a:endParaRPr b="0" i="0" sz="1100" u="none" cap="none" strike="noStrike">
              <a:solidFill>
                <a:schemeClr val="dk1"/>
              </a:solidFill>
              <a:latin typeface="Roboto"/>
              <a:ea typeface="Roboto"/>
              <a:cs typeface="Roboto"/>
              <a:sym typeface="Roboto"/>
            </a:endParaRPr>
          </a:p>
          <a:p>
            <a:pPr indent="0" lvl="0" marL="0" marR="0" rtl="0" algn="l">
              <a:lnSpc>
                <a:spcPct val="100000"/>
              </a:lnSpc>
              <a:spcBef>
                <a:spcPts val="300"/>
              </a:spcBef>
              <a:spcAft>
                <a:spcPts val="0"/>
              </a:spcAft>
              <a:buClr>
                <a:schemeClr val="dk1"/>
              </a:buClr>
              <a:buSzPts val="1500"/>
              <a:buFont typeface="Arial"/>
              <a:buNone/>
            </a:pPr>
            <a:r>
              <a:t/>
            </a:r>
            <a:endParaRPr b="0" i="0" sz="1100" u="none" cap="none" strike="noStrike">
              <a:solidFill>
                <a:schemeClr val="dk1"/>
              </a:solidFill>
              <a:latin typeface="Roboto"/>
              <a:ea typeface="Roboto"/>
              <a:cs typeface="Roboto"/>
              <a:sym typeface="Roboto"/>
            </a:endParaRPr>
          </a:p>
          <a:p>
            <a:pPr indent="0" lvl="0" marL="0" marR="0" rtl="0" algn="l">
              <a:lnSpc>
                <a:spcPct val="100000"/>
              </a:lnSpc>
              <a:spcBef>
                <a:spcPts val="300"/>
              </a:spcBef>
              <a:spcAft>
                <a:spcPts val="300"/>
              </a:spcAft>
              <a:buClr>
                <a:srgbClr val="5E6EBF"/>
              </a:buClr>
              <a:buSzPts val="1100"/>
              <a:buFont typeface="Arial"/>
              <a:buNone/>
            </a:pPr>
            <a:r>
              <a:t/>
            </a:r>
            <a:endParaRPr b="0" i="0" sz="1100" u="none" cap="none" strike="noStrike">
              <a:solidFill>
                <a:schemeClr val="dk1"/>
              </a:solidFill>
              <a:latin typeface="Roboto"/>
              <a:ea typeface="Roboto"/>
              <a:cs typeface="Roboto"/>
              <a:sym typeface="Roboto"/>
            </a:endParaRPr>
          </a:p>
        </p:txBody>
      </p:sp>
      <p:grpSp>
        <p:nvGrpSpPr>
          <p:cNvPr id="152" name="Google Shape;152;p36"/>
          <p:cNvGrpSpPr/>
          <p:nvPr/>
        </p:nvGrpSpPr>
        <p:grpSpPr>
          <a:xfrm>
            <a:off x="2489616" y="7636019"/>
            <a:ext cx="1638817" cy="1092007"/>
            <a:chOff x="4379742" y="1793460"/>
            <a:chExt cx="2617500" cy="1744141"/>
          </a:xfrm>
        </p:grpSpPr>
        <p:sp>
          <p:nvSpPr>
            <p:cNvPr id="153" name="Google Shape;153;p36"/>
            <p:cNvSpPr txBox="1"/>
            <p:nvPr/>
          </p:nvSpPr>
          <p:spPr>
            <a:xfrm>
              <a:off x="4379742" y="2570701"/>
              <a:ext cx="2617500" cy="966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67"/>
                <a:buFont typeface="Arial"/>
                <a:buNone/>
              </a:pPr>
              <a:r>
                <a:rPr b="0" i="0" lang="en-CA" sz="1667" u="none" cap="none" strike="noStrike">
                  <a:solidFill>
                    <a:srgbClr val="262626"/>
                  </a:solidFill>
                  <a:latin typeface="Calibri"/>
                  <a:ea typeface="Calibri"/>
                  <a:cs typeface="Calibri"/>
                  <a:sym typeface="Calibri"/>
                </a:rPr>
                <a:t>Define the ASK for Learner Need</a:t>
              </a:r>
              <a:endParaRPr b="0" i="0" sz="1400" u="none" cap="none" strike="noStrike">
                <a:solidFill>
                  <a:srgbClr val="000000"/>
                </a:solidFill>
                <a:latin typeface="Arial"/>
                <a:ea typeface="Arial"/>
                <a:cs typeface="Arial"/>
                <a:sym typeface="Arial"/>
              </a:endParaRPr>
            </a:p>
          </p:txBody>
        </p:sp>
        <p:pic>
          <p:nvPicPr>
            <p:cNvPr id="154" name="Google Shape;154;p36"/>
            <p:cNvPicPr preferRelativeResize="0"/>
            <p:nvPr/>
          </p:nvPicPr>
          <p:blipFill rotWithShape="1">
            <a:blip r:embed="rId3">
              <a:alphaModFix/>
            </a:blip>
            <a:srcRect b="0" l="0" r="0" t="0"/>
            <a:stretch/>
          </p:blipFill>
          <p:spPr>
            <a:xfrm>
              <a:off x="5105400" y="1793460"/>
              <a:ext cx="777240" cy="777240"/>
            </a:xfrm>
            <a:prstGeom prst="rect">
              <a:avLst/>
            </a:prstGeom>
            <a:noFill/>
            <a:ln>
              <a:noFill/>
            </a:ln>
          </p:spPr>
        </p:pic>
      </p:grpSp>
      <p:grpSp>
        <p:nvGrpSpPr>
          <p:cNvPr id="155" name="Google Shape;155;p36"/>
          <p:cNvGrpSpPr/>
          <p:nvPr/>
        </p:nvGrpSpPr>
        <p:grpSpPr>
          <a:xfrm>
            <a:off x="6921385" y="7398643"/>
            <a:ext cx="2181163" cy="1422180"/>
            <a:chOff x="3459614" y="4203504"/>
            <a:chExt cx="2617500" cy="1706684"/>
          </a:xfrm>
        </p:grpSpPr>
        <p:sp>
          <p:nvSpPr>
            <p:cNvPr id="156" name="Google Shape;156;p36"/>
            <p:cNvSpPr txBox="1"/>
            <p:nvPr/>
          </p:nvSpPr>
          <p:spPr>
            <a:xfrm>
              <a:off x="3459614" y="5183588"/>
              <a:ext cx="2617500" cy="726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67"/>
                <a:buFont typeface="Arial"/>
                <a:buNone/>
              </a:pPr>
              <a:r>
                <a:rPr b="0" i="0" lang="en-CA" sz="1667" u="none" cap="none" strike="noStrike">
                  <a:solidFill>
                    <a:srgbClr val="262626"/>
                  </a:solidFill>
                  <a:latin typeface="Calibri"/>
                  <a:ea typeface="Calibri"/>
                  <a:cs typeface="Calibri"/>
                  <a:sym typeface="Calibri"/>
                </a:rPr>
                <a:t>Craft Content to Address Need</a:t>
              </a:r>
              <a:endParaRPr b="0" i="0" sz="1400" u="none" cap="none" strike="noStrike">
                <a:solidFill>
                  <a:srgbClr val="000000"/>
                </a:solidFill>
                <a:latin typeface="Arial"/>
                <a:ea typeface="Arial"/>
                <a:cs typeface="Arial"/>
                <a:sym typeface="Arial"/>
              </a:endParaRPr>
            </a:p>
          </p:txBody>
        </p:sp>
        <p:pic>
          <p:nvPicPr>
            <p:cNvPr id="157" name="Google Shape;157;p36"/>
            <p:cNvPicPr preferRelativeResize="0"/>
            <p:nvPr/>
          </p:nvPicPr>
          <p:blipFill rotWithShape="1">
            <a:blip r:embed="rId4">
              <a:alphaModFix/>
            </a:blip>
            <a:srcRect b="0" l="0" r="0" t="0"/>
            <a:stretch/>
          </p:blipFill>
          <p:spPr>
            <a:xfrm>
              <a:off x="4379742" y="4203504"/>
              <a:ext cx="777240" cy="777240"/>
            </a:xfrm>
            <a:prstGeom prst="rect">
              <a:avLst/>
            </a:prstGeom>
            <a:noFill/>
            <a:ln>
              <a:noFill/>
            </a:ln>
          </p:spPr>
        </p:pic>
      </p:grpSp>
      <p:sp>
        <p:nvSpPr>
          <p:cNvPr id="158" name="Google Shape;158;p36"/>
          <p:cNvSpPr/>
          <p:nvPr/>
        </p:nvSpPr>
        <p:spPr>
          <a:xfrm>
            <a:off x="9483171" y="8194295"/>
            <a:ext cx="2145000" cy="605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67"/>
              <a:buFont typeface="Arial"/>
              <a:buNone/>
            </a:pPr>
            <a:r>
              <a:rPr b="0" i="0" lang="en-CA" sz="1667" u="none" cap="none" strike="noStrike">
                <a:solidFill>
                  <a:srgbClr val="000000"/>
                </a:solidFill>
                <a:latin typeface="Calibri"/>
                <a:ea typeface="Calibri"/>
                <a:cs typeface="Calibri"/>
                <a:sym typeface="Calibri"/>
              </a:rPr>
              <a:t>Apply Design Thinking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67"/>
              <a:buFont typeface="Arial"/>
              <a:buNone/>
            </a:pPr>
            <a:r>
              <a:rPr b="0" i="0" lang="en-CA" sz="1667" u="none" cap="none" strike="noStrike">
                <a:solidFill>
                  <a:srgbClr val="000000"/>
                </a:solidFill>
                <a:latin typeface="Calibri"/>
                <a:ea typeface="Calibri"/>
                <a:cs typeface="Calibri"/>
                <a:sym typeface="Calibri"/>
              </a:rPr>
              <a:t>to Build Solutions</a:t>
            </a:r>
            <a:endParaRPr b="0" i="0" sz="1400" u="none" cap="none" strike="noStrike">
              <a:solidFill>
                <a:srgbClr val="000000"/>
              </a:solidFill>
              <a:latin typeface="Arial"/>
              <a:ea typeface="Arial"/>
              <a:cs typeface="Arial"/>
              <a:sym typeface="Arial"/>
            </a:endParaRPr>
          </a:p>
        </p:txBody>
      </p:sp>
      <p:grpSp>
        <p:nvGrpSpPr>
          <p:cNvPr id="159" name="Google Shape;159;p36"/>
          <p:cNvGrpSpPr/>
          <p:nvPr/>
        </p:nvGrpSpPr>
        <p:grpSpPr>
          <a:xfrm>
            <a:off x="4466284" y="7498046"/>
            <a:ext cx="2242315" cy="1188355"/>
            <a:chOff x="7562639" y="1709638"/>
            <a:chExt cx="3581400" cy="1898027"/>
          </a:xfrm>
        </p:grpSpPr>
        <p:sp>
          <p:nvSpPr>
            <p:cNvPr id="160" name="Google Shape;160;p36"/>
            <p:cNvSpPr txBox="1"/>
            <p:nvPr/>
          </p:nvSpPr>
          <p:spPr>
            <a:xfrm>
              <a:off x="7562639" y="2640765"/>
              <a:ext cx="3581400" cy="966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67"/>
                <a:buFont typeface="Arial"/>
                <a:buNone/>
              </a:pPr>
              <a:r>
                <a:rPr b="0" i="0" lang="en-CA" sz="1667" u="none" cap="none" strike="noStrike">
                  <a:solidFill>
                    <a:srgbClr val="262626"/>
                  </a:solidFill>
                  <a:latin typeface="Calibri"/>
                  <a:ea typeface="Calibri"/>
                  <a:cs typeface="Calibri"/>
                  <a:sym typeface="Calibri"/>
                </a:rPr>
                <a:t>Analyze &amp; Synthesise Content to Meet Need</a:t>
              </a:r>
              <a:endParaRPr b="0" i="0" sz="1400" u="none" cap="none" strike="noStrike">
                <a:solidFill>
                  <a:srgbClr val="000000"/>
                </a:solidFill>
                <a:latin typeface="Arial"/>
                <a:ea typeface="Arial"/>
                <a:cs typeface="Arial"/>
                <a:sym typeface="Arial"/>
              </a:endParaRPr>
            </a:p>
          </p:txBody>
        </p:sp>
        <p:pic>
          <p:nvPicPr>
            <p:cNvPr id="161" name="Google Shape;161;p36"/>
            <p:cNvPicPr preferRelativeResize="0"/>
            <p:nvPr/>
          </p:nvPicPr>
          <p:blipFill rotWithShape="1">
            <a:blip r:embed="rId5">
              <a:alphaModFix/>
            </a:blip>
            <a:srcRect b="0" l="0" r="0" t="0"/>
            <a:stretch/>
          </p:blipFill>
          <p:spPr>
            <a:xfrm>
              <a:off x="8964719" y="1709638"/>
              <a:ext cx="777240" cy="777240"/>
            </a:xfrm>
            <a:prstGeom prst="rect">
              <a:avLst/>
            </a:prstGeom>
            <a:noFill/>
            <a:ln>
              <a:noFill/>
            </a:ln>
          </p:spPr>
        </p:pic>
      </p:grpSp>
      <p:sp>
        <p:nvSpPr>
          <p:cNvPr id="162" name="Google Shape;162;p36"/>
          <p:cNvSpPr txBox="1"/>
          <p:nvPr/>
        </p:nvSpPr>
        <p:spPr>
          <a:xfrm>
            <a:off x="396218" y="8133400"/>
            <a:ext cx="1638900" cy="6054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67"/>
              <a:buFont typeface="Arial"/>
              <a:buNone/>
            </a:pPr>
            <a:r>
              <a:rPr b="0" i="0" lang="en-CA" sz="1667" u="none" cap="none" strike="noStrike">
                <a:solidFill>
                  <a:srgbClr val="262626"/>
                </a:solidFill>
                <a:latin typeface="Calibri"/>
                <a:ea typeface="Calibri"/>
                <a:cs typeface="Calibri"/>
                <a:sym typeface="Calibri"/>
              </a:rPr>
              <a:t>Evaluate the ASK for Learner Need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66" name="Shape 166"/>
        <p:cNvGrpSpPr/>
        <p:nvPr/>
      </p:nvGrpSpPr>
      <p:grpSpPr>
        <a:xfrm>
          <a:off x="0" y="0"/>
          <a:ext cx="0" cy="0"/>
          <a:chOff x="0" y="0"/>
          <a:chExt cx="0" cy="0"/>
        </a:xfrm>
      </p:grpSpPr>
      <p:sp>
        <p:nvSpPr>
          <p:cNvPr id="167" name="Google Shape;167;p37"/>
          <p:cNvSpPr txBox="1"/>
          <p:nvPr/>
        </p:nvSpPr>
        <p:spPr>
          <a:xfrm>
            <a:off x="2231300" y="1701213"/>
            <a:ext cx="6623100" cy="3460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br>
              <a:rPr b="0" i="0" lang="en-CA" sz="1350" u="none" cap="none" strike="noStrike">
                <a:solidFill>
                  <a:srgbClr val="333333"/>
                </a:solidFill>
                <a:highlight>
                  <a:srgbClr val="FFFFFF"/>
                </a:highlight>
                <a:latin typeface="Arial"/>
                <a:ea typeface="Arial"/>
                <a:cs typeface="Arial"/>
                <a:sym typeface="Arial"/>
              </a:rPr>
            </a:br>
            <a:r>
              <a:rPr b="1" i="0" lang="en-CA" sz="2400" u="none" cap="none" strike="noStrike">
                <a:solidFill>
                  <a:srgbClr val="000000"/>
                </a:solidFill>
                <a:latin typeface="Roboto"/>
                <a:ea typeface="Roboto"/>
                <a:cs typeface="Roboto"/>
                <a:sym typeface="Roboto"/>
              </a:rPr>
              <a:t>WH</a:t>
            </a:r>
            <a:r>
              <a:rPr b="1" lang="en-CA" sz="2400">
                <a:latin typeface="Roboto"/>
                <a:ea typeface="Roboto"/>
                <a:cs typeface="Roboto"/>
                <a:sym typeface="Roboto"/>
              </a:rPr>
              <a:t>AT</a:t>
            </a:r>
            <a:r>
              <a:rPr b="1" i="0" lang="en-CA" sz="2400" u="none" cap="none" strike="noStrike">
                <a:solidFill>
                  <a:srgbClr val="000000"/>
                </a:solidFill>
                <a:latin typeface="Roboto"/>
                <a:ea typeface="Roboto"/>
                <a:cs typeface="Roboto"/>
                <a:sym typeface="Roboto"/>
              </a:rPr>
              <a:t>…. </a:t>
            </a:r>
            <a:r>
              <a:rPr lang="en-CA" sz="2400">
                <a:latin typeface="Roboto"/>
                <a:ea typeface="Roboto"/>
                <a:cs typeface="Roboto"/>
                <a:sym typeface="Roboto"/>
              </a:rPr>
              <a:t>Does this process produce?</a:t>
            </a:r>
            <a:br>
              <a:rPr lang="en-CA" sz="2400">
                <a:latin typeface="Roboto"/>
                <a:ea typeface="Roboto"/>
                <a:cs typeface="Roboto"/>
                <a:sym typeface="Roboto"/>
              </a:rPr>
            </a:br>
            <a:endParaRPr b="0" i="0" sz="1800" u="none" cap="none" strike="noStrike">
              <a:solidFill>
                <a:srgbClr val="000000"/>
              </a:solidFill>
              <a:latin typeface="Roboto"/>
              <a:ea typeface="Roboto"/>
              <a:cs typeface="Roboto"/>
              <a:sym typeface="Roboto"/>
            </a:endParaRPr>
          </a:p>
          <a:p>
            <a:pPr indent="-317500" lvl="0" marL="457200" marR="0" rtl="0" algn="l">
              <a:lnSpc>
                <a:spcPct val="150000"/>
              </a:lnSpc>
              <a:spcBef>
                <a:spcPts val="0"/>
              </a:spcBef>
              <a:spcAft>
                <a:spcPts val="0"/>
              </a:spcAft>
              <a:buClr>
                <a:srgbClr val="90DFD6"/>
              </a:buClr>
              <a:buSzPts val="1400"/>
              <a:buFont typeface="Roboto"/>
              <a:buChar char="●"/>
            </a:pPr>
            <a:r>
              <a:rPr lang="en-CA">
                <a:latin typeface="Roboto"/>
                <a:ea typeface="Roboto"/>
                <a:cs typeface="Roboto"/>
                <a:sym typeface="Roboto"/>
              </a:rPr>
              <a:t>Better employee experiences</a:t>
            </a:r>
            <a:endParaRPr>
              <a:latin typeface="Roboto"/>
              <a:ea typeface="Roboto"/>
              <a:cs typeface="Roboto"/>
              <a:sym typeface="Roboto"/>
            </a:endParaRPr>
          </a:p>
          <a:p>
            <a:pPr indent="-317500" lvl="0" marL="457200" marR="0" rtl="0" algn="l">
              <a:lnSpc>
                <a:spcPct val="150000"/>
              </a:lnSpc>
              <a:spcBef>
                <a:spcPts val="0"/>
              </a:spcBef>
              <a:spcAft>
                <a:spcPts val="0"/>
              </a:spcAft>
              <a:buClr>
                <a:srgbClr val="90DFD6"/>
              </a:buClr>
              <a:buSzPts val="1400"/>
              <a:buFont typeface="Roboto"/>
              <a:buChar char="●"/>
            </a:pPr>
            <a:r>
              <a:rPr lang="en-CA">
                <a:latin typeface="Roboto"/>
                <a:ea typeface="Roboto"/>
                <a:cs typeface="Roboto"/>
                <a:sym typeface="Roboto"/>
              </a:rPr>
              <a:t>Faster development cycles</a:t>
            </a:r>
            <a:endParaRPr>
              <a:latin typeface="Roboto"/>
              <a:ea typeface="Roboto"/>
              <a:cs typeface="Roboto"/>
              <a:sym typeface="Roboto"/>
            </a:endParaRPr>
          </a:p>
          <a:p>
            <a:pPr indent="-317500" lvl="0" marL="457200" marR="0" rtl="0" algn="l">
              <a:lnSpc>
                <a:spcPct val="150000"/>
              </a:lnSpc>
              <a:spcBef>
                <a:spcPts val="0"/>
              </a:spcBef>
              <a:spcAft>
                <a:spcPts val="0"/>
              </a:spcAft>
              <a:buClr>
                <a:srgbClr val="90DFD6"/>
              </a:buClr>
              <a:buSzPts val="1400"/>
              <a:buFont typeface="Roboto"/>
              <a:buChar char="●"/>
            </a:pPr>
            <a:r>
              <a:rPr lang="en-CA">
                <a:latin typeface="Roboto"/>
                <a:ea typeface="Roboto"/>
                <a:cs typeface="Roboto"/>
                <a:sym typeface="Roboto"/>
              </a:rPr>
              <a:t>Better stakeholder alignment</a:t>
            </a:r>
            <a:endParaRPr>
              <a:latin typeface="Roboto"/>
              <a:ea typeface="Roboto"/>
              <a:cs typeface="Roboto"/>
              <a:sym typeface="Roboto"/>
            </a:endParaRPr>
          </a:p>
          <a:p>
            <a:pPr indent="-317500" lvl="0" marL="457200" marR="0" rtl="0" algn="l">
              <a:lnSpc>
                <a:spcPct val="150000"/>
              </a:lnSpc>
              <a:spcBef>
                <a:spcPts val="0"/>
              </a:spcBef>
              <a:spcAft>
                <a:spcPts val="0"/>
              </a:spcAft>
              <a:buClr>
                <a:srgbClr val="90DFD6"/>
              </a:buClr>
              <a:buSzPts val="1400"/>
              <a:buFont typeface="Roboto"/>
              <a:buChar char="●"/>
            </a:pPr>
            <a:r>
              <a:rPr lang="en-CA">
                <a:latin typeface="Roboto"/>
                <a:ea typeface="Roboto"/>
                <a:cs typeface="Roboto"/>
                <a:sym typeface="Roboto"/>
              </a:rPr>
              <a:t>Less rework</a:t>
            </a:r>
            <a:endParaRPr>
              <a:latin typeface="Roboto"/>
              <a:ea typeface="Roboto"/>
              <a:cs typeface="Roboto"/>
              <a:sym typeface="Roboto"/>
            </a:endParaRPr>
          </a:p>
          <a:p>
            <a:pPr indent="-317500" lvl="0" marL="457200" marR="0" rtl="0" algn="l">
              <a:lnSpc>
                <a:spcPct val="150000"/>
              </a:lnSpc>
              <a:spcBef>
                <a:spcPts val="0"/>
              </a:spcBef>
              <a:spcAft>
                <a:spcPts val="0"/>
              </a:spcAft>
              <a:buClr>
                <a:srgbClr val="90DFD6"/>
              </a:buClr>
              <a:buSzPts val="1400"/>
              <a:buFont typeface="Roboto"/>
              <a:buChar char="●"/>
            </a:pPr>
            <a:r>
              <a:rPr lang="en-CA">
                <a:latin typeface="Roboto"/>
                <a:ea typeface="Roboto"/>
                <a:cs typeface="Roboto"/>
                <a:sym typeface="Roboto"/>
              </a:rPr>
              <a:t>More measurable outcomes</a:t>
            </a:r>
            <a:endParaRPr>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
        <p:nvSpPr>
          <p:cNvPr id="168" name="Google Shape;168;p37"/>
          <p:cNvSpPr txBox="1"/>
          <p:nvPr>
            <p:ph idx="1" type="body"/>
          </p:nvPr>
        </p:nvSpPr>
        <p:spPr>
          <a:xfrm>
            <a:off x="468024" y="885925"/>
            <a:ext cx="1463700" cy="35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1300"/>
              </a:spcAft>
              <a:buClr>
                <a:srgbClr val="5E6EBF"/>
              </a:buClr>
              <a:buSzPts val="1900"/>
              <a:buFont typeface="Arial"/>
              <a:buNone/>
            </a:pPr>
            <a:r>
              <a:rPr b="1" i="0" lang="en-CA" sz="1900" u="none" cap="none" strike="noStrike">
                <a:solidFill>
                  <a:srgbClr val="004C3F"/>
                </a:solidFill>
                <a:latin typeface="Roboto"/>
                <a:ea typeface="Roboto"/>
                <a:cs typeface="Roboto"/>
                <a:sym typeface="Roboto"/>
              </a:rPr>
              <a:t>Learning Experience Design Process</a:t>
            </a:r>
            <a:endParaRPr b="1" i="0" sz="1900" u="none" cap="none" strike="noStrike">
              <a:solidFill>
                <a:srgbClr val="004C3F"/>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72" name="Shape 172"/>
        <p:cNvGrpSpPr/>
        <p:nvPr/>
      </p:nvGrpSpPr>
      <p:grpSpPr>
        <a:xfrm>
          <a:off x="0" y="0"/>
          <a:ext cx="0" cy="0"/>
          <a:chOff x="0" y="0"/>
          <a:chExt cx="0" cy="0"/>
        </a:xfrm>
      </p:grpSpPr>
      <p:sp>
        <p:nvSpPr>
          <p:cNvPr id="173" name="Google Shape;173;p38"/>
          <p:cNvSpPr txBox="1"/>
          <p:nvPr>
            <p:ph idx="1" type="body"/>
          </p:nvPr>
        </p:nvSpPr>
        <p:spPr>
          <a:xfrm>
            <a:off x="2231304" y="246666"/>
            <a:ext cx="9549600" cy="35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E6EBF"/>
              </a:buClr>
              <a:buSzPts val="1900"/>
              <a:buFont typeface="Arial"/>
              <a:buNone/>
            </a:pPr>
            <a:r>
              <a:rPr b="1" i="0" lang="en-CA" sz="1900" u="none" cap="none" strike="noStrike">
                <a:solidFill>
                  <a:srgbClr val="004C3F"/>
                </a:solidFill>
                <a:latin typeface="Roboto"/>
                <a:ea typeface="Roboto"/>
                <a:cs typeface="Roboto"/>
                <a:sym typeface="Roboto"/>
              </a:rPr>
              <a:t>TL;DR: </a:t>
            </a:r>
            <a:r>
              <a:rPr b="1" i="0" lang="en-CA" sz="1700" u="none" cap="none" strike="noStrike">
                <a:solidFill>
                  <a:srgbClr val="004C3F"/>
                </a:solidFill>
                <a:latin typeface="Roboto"/>
                <a:ea typeface="Roboto"/>
                <a:cs typeface="Roboto"/>
                <a:sym typeface="Roboto"/>
              </a:rPr>
              <a:t>Evaluate the ask to find the real learner problem and build empathy for the </a:t>
            </a:r>
            <a:br>
              <a:rPr b="1" i="0" lang="en-CA" sz="1700" u="none" cap="none" strike="noStrike">
                <a:solidFill>
                  <a:srgbClr val="004C3F"/>
                </a:solidFill>
                <a:latin typeface="Roboto"/>
                <a:ea typeface="Roboto"/>
                <a:cs typeface="Roboto"/>
                <a:sym typeface="Roboto"/>
              </a:rPr>
            </a:br>
            <a:r>
              <a:rPr b="1" i="0" lang="en-CA" sz="1700" u="none" cap="none" strike="noStrike">
                <a:solidFill>
                  <a:srgbClr val="004C3F"/>
                </a:solidFill>
                <a:latin typeface="Roboto"/>
                <a:ea typeface="Roboto"/>
                <a:cs typeface="Roboto"/>
                <a:sym typeface="Roboto"/>
              </a:rPr>
              <a:t>target audience.</a:t>
            </a:r>
            <a:endParaRPr b="1" i="0" sz="1700" u="none" cap="none" strike="noStrike">
              <a:solidFill>
                <a:srgbClr val="004C3F"/>
              </a:solidFill>
              <a:latin typeface="Roboto"/>
              <a:ea typeface="Roboto"/>
              <a:cs typeface="Roboto"/>
              <a:sym typeface="Roboto"/>
            </a:endParaRPr>
          </a:p>
          <a:p>
            <a:pPr indent="0" lvl="0" marL="0" marR="0" rtl="0" algn="l">
              <a:lnSpc>
                <a:spcPct val="100000"/>
              </a:lnSpc>
              <a:spcBef>
                <a:spcPts val="1300"/>
              </a:spcBef>
              <a:spcAft>
                <a:spcPts val="1300"/>
              </a:spcAft>
              <a:buClr>
                <a:srgbClr val="5E6EBF"/>
              </a:buClr>
              <a:buSzPts val="1900"/>
              <a:buFont typeface="Arial"/>
              <a:buNone/>
            </a:pPr>
            <a:r>
              <a:t/>
            </a:r>
            <a:endParaRPr b="1" i="0" sz="1900" u="none" cap="none" strike="noStrike">
              <a:solidFill>
                <a:srgbClr val="004C3F"/>
              </a:solidFill>
              <a:latin typeface="Roboto"/>
              <a:ea typeface="Roboto"/>
              <a:cs typeface="Roboto"/>
              <a:sym typeface="Roboto"/>
            </a:endParaRPr>
          </a:p>
        </p:txBody>
      </p:sp>
      <p:sp>
        <p:nvSpPr>
          <p:cNvPr id="174" name="Google Shape;174;p38"/>
          <p:cNvSpPr/>
          <p:nvPr/>
        </p:nvSpPr>
        <p:spPr>
          <a:xfrm>
            <a:off x="357635" y="0"/>
            <a:ext cx="1551600" cy="1551600"/>
          </a:xfrm>
          <a:prstGeom prst="ellipse">
            <a:avLst/>
          </a:prstGeom>
          <a:solidFill>
            <a:srgbClr val="008060"/>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2100"/>
              <a:buFont typeface="Arial"/>
              <a:buNone/>
            </a:pPr>
            <a:r>
              <a:t/>
            </a:r>
            <a:endParaRPr b="1" i="0" sz="2100" u="none" cap="none" strike="noStrike">
              <a:solidFill>
                <a:srgbClr val="FFFFFF"/>
              </a:solidFill>
              <a:latin typeface="Arial"/>
              <a:ea typeface="Arial"/>
              <a:cs typeface="Arial"/>
              <a:sym typeface="Arial"/>
            </a:endParaRPr>
          </a:p>
        </p:txBody>
      </p:sp>
      <p:sp>
        <p:nvSpPr>
          <p:cNvPr id="175" name="Google Shape;175;p38"/>
          <p:cNvSpPr/>
          <p:nvPr/>
        </p:nvSpPr>
        <p:spPr>
          <a:xfrm>
            <a:off x="661660" y="220882"/>
            <a:ext cx="1009200" cy="1035300"/>
          </a:xfrm>
          <a:prstGeom prst="wedgeEllipseCallout">
            <a:avLst>
              <a:gd fmla="val -44664" name="adj1"/>
              <a:gd fmla="val 56169" name="adj2"/>
            </a:avLst>
          </a:prstGeom>
          <a:noFill/>
          <a:ln cap="flat" cmpd="sng" w="76200">
            <a:solidFill>
              <a:srgbClr val="0390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600"/>
              <a:buFont typeface="Arial"/>
              <a:buNone/>
            </a:pPr>
            <a:r>
              <a:rPr b="0" i="0" lang="en-CA" sz="8600" u="none" cap="none" strike="noStrike">
                <a:solidFill>
                  <a:srgbClr val="03906D"/>
                </a:solidFill>
                <a:latin typeface="Calibri"/>
                <a:ea typeface="Calibri"/>
                <a:cs typeface="Calibri"/>
                <a:sym typeface="Calibri"/>
              </a:rPr>
              <a:t>?</a:t>
            </a:r>
            <a:endParaRPr b="0" i="0" sz="8600" u="none" cap="none" strike="noStrike">
              <a:solidFill>
                <a:srgbClr val="03906D"/>
              </a:solidFill>
              <a:latin typeface="Calibri"/>
              <a:ea typeface="Calibri"/>
              <a:cs typeface="Calibri"/>
              <a:sym typeface="Calibri"/>
            </a:endParaRPr>
          </a:p>
        </p:txBody>
      </p:sp>
      <p:sp>
        <p:nvSpPr>
          <p:cNvPr id="176" name="Google Shape;176;p38"/>
          <p:cNvSpPr txBox="1"/>
          <p:nvPr/>
        </p:nvSpPr>
        <p:spPr>
          <a:xfrm>
            <a:off x="419577" y="472179"/>
            <a:ext cx="1496700" cy="280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CA" sz="2400" u="none" cap="none" strike="noStrike">
                <a:solidFill>
                  <a:srgbClr val="FFFFFF"/>
                </a:solidFill>
                <a:latin typeface="Arial"/>
                <a:ea typeface="Arial"/>
                <a:cs typeface="Arial"/>
                <a:sym typeface="Arial"/>
              </a:rPr>
              <a:t>Think</a:t>
            </a:r>
            <a:endParaRPr b="1" i="0" sz="2400" u="none" cap="none" strike="noStrike">
              <a:solidFill>
                <a:srgbClr val="FFFFFF"/>
              </a:solidFill>
              <a:latin typeface="Arial"/>
              <a:ea typeface="Arial"/>
              <a:cs typeface="Arial"/>
              <a:sym typeface="Arial"/>
            </a:endParaRPr>
          </a:p>
        </p:txBody>
      </p:sp>
      <p:sp>
        <p:nvSpPr>
          <p:cNvPr id="177" name="Google Shape;177;p38"/>
          <p:cNvSpPr txBox="1"/>
          <p:nvPr/>
        </p:nvSpPr>
        <p:spPr>
          <a:xfrm>
            <a:off x="2231300" y="1701213"/>
            <a:ext cx="6623100" cy="3460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br>
              <a:rPr b="0" i="0" lang="en-CA" sz="1350" u="none" cap="none" strike="noStrike">
                <a:solidFill>
                  <a:srgbClr val="333333"/>
                </a:solidFill>
                <a:highlight>
                  <a:srgbClr val="FFFFFF"/>
                </a:highlight>
                <a:latin typeface="Arial"/>
                <a:ea typeface="Arial"/>
                <a:cs typeface="Arial"/>
                <a:sym typeface="Arial"/>
              </a:rPr>
            </a:br>
            <a:r>
              <a:rPr b="1" i="0" lang="en-CA" sz="2400" u="none" cap="none" strike="noStrike">
                <a:solidFill>
                  <a:srgbClr val="000000"/>
                </a:solidFill>
                <a:latin typeface="Roboto"/>
                <a:ea typeface="Roboto"/>
                <a:cs typeface="Roboto"/>
                <a:sym typeface="Roboto"/>
              </a:rPr>
              <a:t>WHY…. </a:t>
            </a:r>
            <a:r>
              <a:rPr b="0" i="0" lang="en-CA" sz="2400" u="none" cap="none" strike="noStrike">
                <a:solidFill>
                  <a:srgbClr val="000000"/>
                </a:solidFill>
                <a:latin typeface="Roboto"/>
                <a:ea typeface="Roboto"/>
                <a:cs typeface="Roboto"/>
                <a:sym typeface="Roboto"/>
              </a:rPr>
              <a:t>is this project important? </a:t>
            </a:r>
            <a:br>
              <a:rPr b="0" i="0" lang="en-CA" sz="1800" u="none" cap="none" strike="noStrike">
                <a:solidFill>
                  <a:srgbClr val="000000"/>
                </a:solidFill>
                <a:latin typeface="Roboto"/>
                <a:ea typeface="Roboto"/>
                <a:cs typeface="Roboto"/>
                <a:sym typeface="Roboto"/>
              </a:rPr>
            </a:br>
            <a:endParaRPr b="0" i="0" sz="1800" u="none" cap="none" strike="noStrike">
              <a:solidFill>
                <a:srgbClr val="000000"/>
              </a:solidFill>
              <a:latin typeface="Roboto"/>
              <a:ea typeface="Roboto"/>
              <a:cs typeface="Roboto"/>
              <a:sym typeface="Roboto"/>
            </a:endParaRPr>
          </a:p>
          <a:p>
            <a:pPr indent="-317500" lvl="0" marL="457200" marR="0" rtl="0" algn="l">
              <a:lnSpc>
                <a:spcPct val="150000"/>
              </a:lnSpc>
              <a:spcBef>
                <a:spcPts val="0"/>
              </a:spcBef>
              <a:spcAft>
                <a:spcPts val="0"/>
              </a:spcAft>
              <a:buClr>
                <a:srgbClr val="90DFD6"/>
              </a:buClr>
              <a:buSzPts val="1400"/>
              <a:buFont typeface="Roboto"/>
              <a:buChar char="●"/>
            </a:pPr>
            <a:r>
              <a:rPr b="0" i="0" lang="en-CA" sz="1400" u="none" cap="none" strike="noStrike">
                <a:solidFill>
                  <a:srgbClr val="000000"/>
                </a:solidFill>
                <a:latin typeface="Roboto"/>
                <a:ea typeface="Roboto"/>
                <a:cs typeface="Roboto"/>
                <a:sym typeface="Roboto"/>
              </a:rPr>
              <a:t>Is this problem aligned with my team’s Investment Plan?</a:t>
            </a:r>
            <a:endParaRPr b="0" i="0" sz="1400" u="none" cap="none" strike="noStrike">
              <a:solidFill>
                <a:srgbClr val="000000"/>
              </a:solidFill>
              <a:latin typeface="Roboto"/>
              <a:ea typeface="Roboto"/>
              <a:cs typeface="Roboto"/>
              <a:sym typeface="Roboto"/>
            </a:endParaRPr>
          </a:p>
          <a:p>
            <a:pPr indent="-317500" lvl="0" marL="457200" marR="0" rtl="0" algn="l">
              <a:lnSpc>
                <a:spcPct val="150000"/>
              </a:lnSpc>
              <a:spcBef>
                <a:spcPts val="0"/>
              </a:spcBef>
              <a:spcAft>
                <a:spcPts val="0"/>
              </a:spcAft>
              <a:buClr>
                <a:srgbClr val="90DFD6"/>
              </a:buClr>
              <a:buSzPts val="1400"/>
              <a:buFont typeface="Roboto"/>
              <a:buChar char="●"/>
            </a:pPr>
            <a:r>
              <a:rPr b="0" i="0" lang="en-CA" sz="1400" u="none" cap="none" strike="noStrike">
                <a:solidFill>
                  <a:srgbClr val="000000"/>
                </a:solidFill>
                <a:latin typeface="Roboto"/>
                <a:ea typeface="Roboto"/>
                <a:cs typeface="Roboto"/>
                <a:sym typeface="Roboto"/>
              </a:rPr>
              <a:t>How many people does it impact?</a:t>
            </a:r>
            <a:endParaRPr b="0" i="0" sz="1400" u="none" cap="none" strike="noStrike">
              <a:solidFill>
                <a:srgbClr val="000000"/>
              </a:solidFill>
              <a:latin typeface="Roboto"/>
              <a:ea typeface="Roboto"/>
              <a:cs typeface="Roboto"/>
              <a:sym typeface="Roboto"/>
            </a:endParaRPr>
          </a:p>
          <a:p>
            <a:pPr indent="-317500" lvl="0" marL="457200" marR="0" rtl="0" algn="l">
              <a:lnSpc>
                <a:spcPct val="150000"/>
              </a:lnSpc>
              <a:spcBef>
                <a:spcPts val="0"/>
              </a:spcBef>
              <a:spcAft>
                <a:spcPts val="0"/>
              </a:spcAft>
              <a:buClr>
                <a:srgbClr val="90DFD6"/>
              </a:buClr>
              <a:buSzPts val="1400"/>
              <a:buFont typeface="Roboto"/>
              <a:buChar char="●"/>
            </a:pPr>
            <a:r>
              <a:rPr b="0" i="0" lang="en-CA" sz="1400" u="none" cap="none" strike="noStrike">
                <a:solidFill>
                  <a:srgbClr val="000000"/>
                </a:solidFill>
                <a:latin typeface="Roboto"/>
                <a:ea typeface="Roboto"/>
                <a:cs typeface="Roboto"/>
                <a:sym typeface="Roboto"/>
              </a:rPr>
              <a:t>What is the desired outcome of this learning?</a:t>
            </a:r>
            <a:br>
              <a:rPr b="0" i="0" lang="en-CA" sz="1400" u="none" cap="none" strike="noStrike">
                <a:solidFill>
                  <a:srgbClr val="000000"/>
                </a:solidFill>
                <a:latin typeface="Roboto"/>
                <a:ea typeface="Roboto"/>
                <a:cs typeface="Roboto"/>
                <a:sym typeface="Roboto"/>
              </a:rPr>
            </a:br>
            <a:r>
              <a:rPr b="0" i="1" lang="en-CA" sz="1400" u="none" cap="none" strike="noStrike">
                <a:solidFill>
                  <a:srgbClr val="000000"/>
                </a:solidFill>
                <a:latin typeface="Roboto"/>
                <a:ea typeface="Roboto"/>
                <a:cs typeface="Roboto"/>
                <a:sym typeface="Roboto"/>
              </a:rPr>
              <a:t>(what do we want </a:t>
            </a:r>
            <a:r>
              <a:rPr i="1" lang="en-CA">
                <a:latin typeface="Roboto"/>
                <a:ea typeface="Roboto"/>
                <a:cs typeface="Roboto"/>
                <a:sym typeface="Roboto"/>
              </a:rPr>
              <a:t>our learners</a:t>
            </a:r>
            <a:r>
              <a:rPr b="0" i="1" lang="en-CA" sz="1400" u="none" cap="none" strike="noStrike">
                <a:solidFill>
                  <a:srgbClr val="000000"/>
                </a:solidFill>
                <a:latin typeface="Roboto"/>
                <a:ea typeface="Roboto"/>
                <a:cs typeface="Roboto"/>
                <a:sym typeface="Roboto"/>
              </a:rPr>
              <a:t> to start doing as a result of this training?)</a:t>
            </a:r>
            <a:endParaRPr b="0" i="1" sz="1400" u="none" cap="none" strike="noStrike">
              <a:solidFill>
                <a:srgbClr val="000000"/>
              </a:solidFill>
              <a:latin typeface="Roboto"/>
              <a:ea typeface="Roboto"/>
              <a:cs typeface="Roboto"/>
              <a:sym typeface="Roboto"/>
            </a:endParaRPr>
          </a:p>
          <a:p>
            <a:pPr indent="-317500" lvl="0" marL="457200" marR="0" rtl="0" algn="l">
              <a:lnSpc>
                <a:spcPct val="150000"/>
              </a:lnSpc>
              <a:spcBef>
                <a:spcPts val="0"/>
              </a:spcBef>
              <a:spcAft>
                <a:spcPts val="0"/>
              </a:spcAft>
              <a:buClr>
                <a:srgbClr val="90DFD6"/>
              </a:buClr>
              <a:buSzPts val="1400"/>
              <a:buFont typeface="Roboto"/>
              <a:buChar char="●"/>
            </a:pPr>
            <a:r>
              <a:rPr b="0" i="0" lang="en-CA" sz="1400" u="none" cap="none" strike="noStrike">
                <a:solidFill>
                  <a:srgbClr val="000000"/>
                </a:solidFill>
                <a:latin typeface="Roboto"/>
                <a:ea typeface="Roboto"/>
                <a:cs typeface="Roboto"/>
                <a:sym typeface="Roboto"/>
              </a:rPr>
              <a:t>What problem are we solving for? </a:t>
            </a:r>
            <a:endParaRPr b="0" i="0" sz="1400" u="none" cap="none" strike="noStrike">
              <a:solidFill>
                <a:srgbClr val="000000"/>
              </a:solidFill>
              <a:latin typeface="Roboto"/>
              <a:ea typeface="Roboto"/>
              <a:cs typeface="Roboto"/>
              <a:sym typeface="Roboto"/>
            </a:endParaRPr>
          </a:p>
          <a:p>
            <a:pPr indent="-317500" lvl="1" marL="914400" marR="0" rtl="0" algn="l">
              <a:lnSpc>
                <a:spcPct val="150000"/>
              </a:lnSpc>
              <a:spcBef>
                <a:spcPts val="0"/>
              </a:spcBef>
              <a:spcAft>
                <a:spcPts val="0"/>
              </a:spcAft>
              <a:buClr>
                <a:srgbClr val="90DFD6"/>
              </a:buClr>
              <a:buSzPts val="1400"/>
              <a:buFont typeface="Roboto"/>
              <a:buChar char="○"/>
            </a:pPr>
            <a:r>
              <a:rPr b="0" i="0" lang="en-CA" sz="1400" u="none" cap="none" strike="noStrike">
                <a:solidFill>
                  <a:srgbClr val="000000"/>
                </a:solidFill>
                <a:latin typeface="Roboto"/>
                <a:ea typeface="Roboto"/>
                <a:cs typeface="Roboto"/>
                <a:sym typeface="Roboto"/>
              </a:rPr>
              <a:t>Will training solve this problem?</a:t>
            </a:r>
            <a:endParaRPr b="0" i="0" sz="1400" u="none" cap="none" strike="noStrike">
              <a:solidFill>
                <a:srgbClr val="000000"/>
              </a:solidFill>
              <a:latin typeface="Roboto"/>
              <a:ea typeface="Roboto"/>
              <a:cs typeface="Roboto"/>
              <a:sym typeface="Roboto"/>
            </a:endParaRPr>
          </a:p>
          <a:p>
            <a:pPr indent="-317500" lvl="0" marL="457200" marR="0" rtl="0" algn="l">
              <a:lnSpc>
                <a:spcPct val="150000"/>
              </a:lnSpc>
              <a:spcBef>
                <a:spcPts val="0"/>
              </a:spcBef>
              <a:spcAft>
                <a:spcPts val="0"/>
              </a:spcAft>
              <a:buClr>
                <a:srgbClr val="90DFD6"/>
              </a:buClr>
              <a:buSzPts val="1400"/>
              <a:buFont typeface="Roboto"/>
              <a:buChar char="●"/>
            </a:pPr>
            <a:r>
              <a:rPr b="0" i="0" lang="en-CA" sz="1400" u="none" cap="none" strike="noStrike">
                <a:solidFill>
                  <a:srgbClr val="000000"/>
                </a:solidFill>
                <a:latin typeface="Roboto"/>
                <a:ea typeface="Roboto"/>
                <a:cs typeface="Roboto"/>
                <a:sym typeface="Roboto"/>
              </a:rPr>
              <a:t>What </a:t>
            </a:r>
            <a:r>
              <a:rPr b="0" i="1" lang="en-CA" sz="1400" u="none" cap="none" strike="noStrike">
                <a:solidFill>
                  <a:srgbClr val="000000"/>
                </a:solidFill>
                <a:latin typeface="Roboto"/>
                <a:ea typeface="Roboto"/>
                <a:cs typeface="Roboto"/>
                <a:sym typeface="Roboto"/>
              </a:rPr>
              <a:t>is</a:t>
            </a:r>
            <a:r>
              <a:rPr b="0" i="0" lang="en-CA" sz="1400" u="none" cap="none" strike="noStrike">
                <a:solidFill>
                  <a:srgbClr val="000000"/>
                </a:solidFill>
                <a:latin typeface="Roboto"/>
                <a:ea typeface="Roboto"/>
                <a:cs typeface="Roboto"/>
                <a:sym typeface="Roboto"/>
              </a:rPr>
              <a:t> working? </a:t>
            </a:r>
            <a:endParaRPr b="0" i="0" sz="1400" u="none" cap="none" strike="noStrike">
              <a:solidFill>
                <a:srgbClr val="000000"/>
              </a:solidFill>
              <a:latin typeface="Roboto"/>
              <a:ea typeface="Roboto"/>
              <a:cs typeface="Roboto"/>
              <a:sym typeface="Roboto"/>
            </a:endParaRPr>
          </a:p>
          <a:p>
            <a:pPr indent="-317500" lvl="0" marL="457200" marR="0" rtl="0" algn="l">
              <a:lnSpc>
                <a:spcPct val="150000"/>
              </a:lnSpc>
              <a:spcBef>
                <a:spcPts val="0"/>
              </a:spcBef>
              <a:spcAft>
                <a:spcPts val="0"/>
              </a:spcAft>
              <a:buClr>
                <a:srgbClr val="90DFD6"/>
              </a:buClr>
              <a:buSzPts val="1400"/>
              <a:buFont typeface="Roboto"/>
              <a:buChar char="●"/>
            </a:pPr>
            <a:r>
              <a:rPr b="0" i="0" lang="en-CA" sz="1400" u="none" cap="none" strike="noStrike">
                <a:solidFill>
                  <a:srgbClr val="000000"/>
                </a:solidFill>
                <a:latin typeface="Roboto"/>
                <a:ea typeface="Roboto"/>
                <a:cs typeface="Roboto"/>
                <a:sym typeface="Roboto"/>
              </a:rPr>
              <a:t>What feedback or data is available &amp; what does it tell us? </a:t>
            </a:r>
            <a:endParaRPr b="0" i="0" sz="1400" u="none" cap="none" strike="noStrike">
              <a:solidFill>
                <a:srgbClr val="000000"/>
              </a:solidFill>
              <a:latin typeface="Roboto"/>
              <a:ea typeface="Roboto"/>
              <a:cs typeface="Roboto"/>
              <a:sym typeface="Roboto"/>
            </a:endParaRPr>
          </a:p>
          <a:p>
            <a:pPr indent="-317500" lvl="0" marL="457200" marR="0" rtl="0" algn="l">
              <a:lnSpc>
                <a:spcPct val="150000"/>
              </a:lnSpc>
              <a:spcBef>
                <a:spcPts val="0"/>
              </a:spcBef>
              <a:spcAft>
                <a:spcPts val="0"/>
              </a:spcAft>
              <a:buClr>
                <a:srgbClr val="90DFD6"/>
              </a:buClr>
              <a:buSzPts val="1400"/>
              <a:buFont typeface="Roboto"/>
              <a:buChar char="●"/>
            </a:pPr>
            <a:r>
              <a:rPr b="0" i="0" lang="en-CA" sz="1400" u="none" cap="none" strike="noStrike">
                <a:solidFill>
                  <a:srgbClr val="000000"/>
                </a:solidFill>
                <a:latin typeface="Roboto"/>
                <a:ea typeface="Roboto"/>
                <a:cs typeface="Roboto"/>
                <a:sym typeface="Roboto"/>
              </a:rPr>
              <a:t>Who is the audience?</a:t>
            </a:r>
            <a:endParaRPr b="0" i="0" sz="1400" u="none" cap="none" strike="noStrike">
              <a:solidFill>
                <a:srgbClr val="000000"/>
              </a:solidFill>
              <a:latin typeface="Roboto"/>
              <a:ea typeface="Roboto"/>
              <a:cs typeface="Roboto"/>
              <a:sym typeface="Roboto"/>
            </a:endParaRPr>
          </a:p>
          <a:p>
            <a:pPr indent="-317500" lvl="0" marL="457200" marR="0" rtl="0" algn="l">
              <a:lnSpc>
                <a:spcPct val="150000"/>
              </a:lnSpc>
              <a:spcBef>
                <a:spcPts val="0"/>
              </a:spcBef>
              <a:spcAft>
                <a:spcPts val="0"/>
              </a:spcAft>
              <a:buClr>
                <a:srgbClr val="90DFD6"/>
              </a:buClr>
              <a:buSzPts val="1400"/>
              <a:buFont typeface="Roboto"/>
              <a:buChar char="●"/>
            </a:pPr>
            <a:r>
              <a:rPr b="0" i="0" lang="en-CA" sz="1400" u="none" cap="none" strike="noStrike">
                <a:solidFill>
                  <a:srgbClr val="000000"/>
                </a:solidFill>
                <a:latin typeface="Roboto"/>
                <a:ea typeface="Roboto"/>
                <a:cs typeface="Roboto"/>
                <a:sym typeface="Roboto"/>
              </a:rPr>
              <a:t>What documentation exists? (collection)</a:t>
            </a:r>
            <a:endParaRPr b="0" i="0" sz="1400" u="none" cap="none" strike="noStrike">
              <a:solidFill>
                <a:srgbClr val="000000"/>
              </a:solidFill>
              <a:latin typeface="Roboto"/>
              <a:ea typeface="Roboto"/>
              <a:cs typeface="Roboto"/>
              <a:sym typeface="Roboto"/>
            </a:endParaRPr>
          </a:p>
          <a:p>
            <a:pPr indent="-317500" lvl="0" marL="457200" marR="0" rtl="0" algn="l">
              <a:lnSpc>
                <a:spcPct val="150000"/>
              </a:lnSpc>
              <a:spcBef>
                <a:spcPts val="0"/>
              </a:spcBef>
              <a:spcAft>
                <a:spcPts val="0"/>
              </a:spcAft>
              <a:buClr>
                <a:srgbClr val="90DFD6"/>
              </a:buClr>
              <a:buSzPts val="1400"/>
              <a:buFont typeface="Roboto"/>
              <a:buChar char="●"/>
            </a:pPr>
            <a:r>
              <a:rPr b="0" i="0" lang="en-CA" sz="1400" u="none" cap="none" strike="noStrike">
                <a:solidFill>
                  <a:srgbClr val="000000"/>
                </a:solidFill>
                <a:latin typeface="Roboto"/>
                <a:ea typeface="Roboto"/>
                <a:cs typeface="Roboto"/>
                <a:sym typeface="Roboto"/>
              </a:rPr>
              <a:t>What is our timeline?</a:t>
            </a:r>
            <a:endParaRPr b="0" i="0" sz="1400" u="none" cap="none" strike="noStrike">
              <a:solidFill>
                <a:srgbClr val="000000"/>
              </a:solidFill>
              <a:latin typeface="Roboto"/>
              <a:ea typeface="Roboto"/>
              <a:cs typeface="Roboto"/>
              <a:sym typeface="Roboto"/>
            </a:endParaRPr>
          </a:p>
          <a:p>
            <a:pPr indent="-317500" lvl="0" marL="457200" marR="0" rtl="0" algn="l">
              <a:lnSpc>
                <a:spcPct val="150000"/>
              </a:lnSpc>
              <a:spcBef>
                <a:spcPts val="0"/>
              </a:spcBef>
              <a:spcAft>
                <a:spcPts val="0"/>
              </a:spcAft>
              <a:buClr>
                <a:srgbClr val="90DFD6"/>
              </a:buClr>
              <a:buSzPts val="1400"/>
              <a:buFont typeface="Roboto"/>
              <a:buChar char="●"/>
            </a:pPr>
            <a:r>
              <a:rPr b="0" i="0" lang="en-CA" sz="1400" u="none" cap="none" strike="noStrike">
                <a:solidFill>
                  <a:schemeClr val="dk1"/>
                </a:solidFill>
                <a:latin typeface="Roboto"/>
                <a:ea typeface="Roboto"/>
                <a:cs typeface="Roboto"/>
                <a:sym typeface="Roboto"/>
              </a:rPr>
              <a:t>What if nothing is done?</a:t>
            </a:r>
            <a:endParaRPr b="0" i="0" sz="1400" u="none" cap="none" strike="noStrike">
              <a:solidFill>
                <a:srgbClr val="000000"/>
              </a:solidFill>
              <a:latin typeface="Roboto"/>
              <a:ea typeface="Roboto"/>
              <a:cs typeface="Roboto"/>
              <a:sym typeface="Roboto"/>
            </a:endParaRPr>
          </a:p>
          <a:p>
            <a:pPr indent="-317500" lvl="0" marL="457200" marR="0" rtl="0" algn="l">
              <a:lnSpc>
                <a:spcPct val="150000"/>
              </a:lnSpc>
              <a:spcBef>
                <a:spcPts val="0"/>
              </a:spcBef>
              <a:spcAft>
                <a:spcPts val="0"/>
              </a:spcAft>
              <a:buClr>
                <a:srgbClr val="90DFD6"/>
              </a:buClr>
              <a:buSzPts val="1400"/>
              <a:buFont typeface="Roboto"/>
              <a:buChar char="●"/>
            </a:pPr>
            <a:r>
              <a:rPr b="0" i="0" lang="en-CA" sz="1400" u="none" cap="none" strike="noStrike">
                <a:solidFill>
                  <a:srgbClr val="000000"/>
                </a:solidFill>
                <a:latin typeface="Roboto"/>
                <a:ea typeface="Roboto"/>
                <a:cs typeface="Roboto"/>
                <a:sym typeface="Roboto"/>
              </a:rPr>
              <a:t>and more...</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39"/>
          <p:cNvPicPr preferRelativeResize="0"/>
          <p:nvPr/>
        </p:nvPicPr>
        <p:blipFill rotWithShape="1">
          <a:blip r:embed="rId3">
            <a:alphaModFix/>
          </a:blip>
          <a:srcRect b="0" l="20231" r="20231" t="0"/>
          <a:stretch/>
        </p:blipFill>
        <p:spPr>
          <a:xfrm>
            <a:off x="6072067" y="0"/>
            <a:ext cx="6119931" cy="6857999"/>
          </a:xfrm>
          <a:prstGeom prst="rect">
            <a:avLst/>
          </a:prstGeom>
          <a:noFill/>
          <a:ln>
            <a:noFill/>
          </a:ln>
        </p:spPr>
      </p:pic>
      <p:sp>
        <p:nvSpPr>
          <p:cNvPr id="183" name="Google Shape;183;p39"/>
          <p:cNvSpPr txBox="1"/>
          <p:nvPr/>
        </p:nvSpPr>
        <p:spPr>
          <a:xfrm>
            <a:off x="734850" y="1583100"/>
            <a:ext cx="5337300" cy="1200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Intake meeting / interview</a:t>
            </a:r>
            <a:endParaRPr b="0" i="0" sz="1800" u="none" cap="none" strike="noStrike">
              <a:solidFill>
                <a:srgbClr val="434343"/>
              </a:solidFill>
              <a:latin typeface="Roboto"/>
              <a:ea typeface="Roboto"/>
              <a:cs typeface="Roboto"/>
              <a:sym typeface="Roboto"/>
            </a:endParaRPr>
          </a:p>
          <a:p>
            <a:pPr indent="-304800" lvl="1" marL="914400" marR="0" rtl="0" algn="l">
              <a:lnSpc>
                <a:spcPct val="100000"/>
              </a:lnSpc>
              <a:spcBef>
                <a:spcPts val="0"/>
              </a:spcBef>
              <a:spcAft>
                <a:spcPts val="0"/>
              </a:spcAft>
              <a:buClr>
                <a:srgbClr val="90DFD6"/>
              </a:buClr>
              <a:buSzPts val="1200"/>
              <a:buFont typeface="Roboto"/>
              <a:buChar char="○"/>
            </a:pPr>
            <a:r>
              <a:rPr b="0" i="0" lang="en-CA" sz="1400" u="none" cap="none" strike="noStrike">
                <a:solidFill>
                  <a:srgbClr val="434343"/>
                </a:solidFill>
                <a:latin typeface="Roboto"/>
                <a:ea typeface="Roboto"/>
                <a:cs typeface="Roboto"/>
                <a:sym typeface="Roboto"/>
              </a:rPr>
              <a:t>What does good look like? </a:t>
            </a:r>
            <a:endParaRPr b="0" i="0" sz="1400" u="none" cap="none" strike="noStrike">
              <a:solidFill>
                <a:srgbClr val="434343"/>
              </a:solidFill>
              <a:latin typeface="Roboto"/>
              <a:ea typeface="Roboto"/>
              <a:cs typeface="Roboto"/>
              <a:sym typeface="Roboto"/>
            </a:endParaRPr>
          </a:p>
          <a:p>
            <a:pPr indent="-304800" lvl="1" marL="914400" marR="0" rtl="0" algn="l">
              <a:lnSpc>
                <a:spcPct val="100000"/>
              </a:lnSpc>
              <a:spcBef>
                <a:spcPts val="0"/>
              </a:spcBef>
              <a:spcAft>
                <a:spcPts val="0"/>
              </a:spcAft>
              <a:buClr>
                <a:srgbClr val="90DFD6"/>
              </a:buClr>
              <a:buSzPts val="1200"/>
              <a:buFont typeface="Roboto"/>
              <a:buChar char="○"/>
            </a:pPr>
            <a:r>
              <a:rPr b="0" i="0" lang="en-CA" sz="1400" u="none" cap="none" strike="noStrike">
                <a:solidFill>
                  <a:srgbClr val="434343"/>
                </a:solidFill>
                <a:latin typeface="Roboto"/>
                <a:ea typeface="Roboto"/>
                <a:cs typeface="Roboto"/>
                <a:sym typeface="Roboto"/>
              </a:rPr>
              <a:t>What feedback or data is available now?</a:t>
            </a:r>
            <a:endParaRPr b="0" i="0" sz="1400" u="none" cap="none" strike="noStrike">
              <a:solidFill>
                <a:srgbClr val="434343"/>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Review of current state (if applicable)</a:t>
            </a: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Audience assessment / </a:t>
            </a:r>
            <a:br>
              <a:rPr b="0" i="0" lang="en-CA" sz="1800" u="none" cap="none" strike="noStrike">
                <a:solidFill>
                  <a:srgbClr val="434343"/>
                </a:solidFill>
                <a:latin typeface="Roboto"/>
                <a:ea typeface="Roboto"/>
                <a:cs typeface="Roboto"/>
                <a:sym typeface="Roboto"/>
              </a:rPr>
            </a:br>
            <a:r>
              <a:rPr b="0" i="0" lang="en-CA" sz="1800" u="none" cap="none" strike="noStrike">
                <a:solidFill>
                  <a:srgbClr val="434343"/>
                </a:solidFill>
                <a:latin typeface="Roboto"/>
                <a:ea typeface="Roboto"/>
                <a:cs typeface="Roboto"/>
                <a:sym typeface="Roboto"/>
              </a:rPr>
              <a:t>persona working session</a:t>
            </a: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Resourcing pipeline review</a:t>
            </a: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Brainstorming session </a:t>
            </a:r>
            <a:br>
              <a:rPr b="0" i="0" lang="en-CA" sz="1800" u="none" cap="none" strike="noStrike">
                <a:solidFill>
                  <a:srgbClr val="434343"/>
                </a:solidFill>
                <a:latin typeface="Roboto"/>
                <a:ea typeface="Roboto"/>
                <a:cs typeface="Roboto"/>
                <a:sym typeface="Roboto"/>
              </a:rPr>
            </a:br>
            <a:r>
              <a:rPr b="0" i="0" lang="en-CA" sz="1200" u="none" cap="none" strike="noStrike">
                <a:solidFill>
                  <a:srgbClr val="434343"/>
                </a:solidFill>
                <a:latin typeface="Roboto"/>
                <a:ea typeface="Roboto"/>
                <a:cs typeface="Roboto"/>
                <a:sym typeface="Roboto"/>
              </a:rPr>
              <a:t>(to define problem statement and define learner personas)</a:t>
            </a:r>
            <a:endParaRPr b="0" i="0" sz="1200" u="none" cap="none" strike="noStrike">
              <a:solidFill>
                <a:srgbClr val="434343"/>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434343"/>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434343"/>
              </a:solidFill>
              <a:latin typeface="Roboto"/>
              <a:ea typeface="Roboto"/>
              <a:cs typeface="Roboto"/>
              <a:sym typeface="Roboto"/>
            </a:endParaRPr>
          </a:p>
        </p:txBody>
      </p:sp>
      <p:sp>
        <p:nvSpPr>
          <p:cNvPr id="184" name="Google Shape;184;p39"/>
          <p:cNvSpPr/>
          <p:nvPr/>
        </p:nvSpPr>
        <p:spPr>
          <a:xfrm>
            <a:off x="734851" y="842125"/>
            <a:ext cx="52374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CA" sz="2000" u="none" cap="none" strike="noStrike">
                <a:solidFill>
                  <a:srgbClr val="E06666"/>
                </a:solidFill>
                <a:latin typeface="Roboto"/>
                <a:ea typeface="Roboto"/>
                <a:cs typeface="Roboto"/>
                <a:sym typeface="Roboto"/>
              </a:rPr>
              <a:t>Activities to help you through this phase:</a:t>
            </a:r>
            <a:endParaRPr b="0" i="0" sz="2000" u="none" cap="none" strike="noStrike">
              <a:solidFill>
                <a:srgbClr val="E06666"/>
              </a:solidFill>
              <a:latin typeface="Roboto"/>
              <a:ea typeface="Roboto"/>
              <a:cs typeface="Roboto"/>
              <a:sym typeface="Roboto"/>
            </a:endParaRPr>
          </a:p>
        </p:txBody>
      </p:sp>
      <p:sp>
        <p:nvSpPr>
          <p:cNvPr id="185" name="Google Shape;185;p39"/>
          <p:cNvSpPr/>
          <p:nvPr/>
        </p:nvSpPr>
        <p:spPr>
          <a:xfrm>
            <a:off x="10644635" y="0"/>
            <a:ext cx="1551600" cy="1551600"/>
          </a:xfrm>
          <a:prstGeom prst="ellipse">
            <a:avLst/>
          </a:prstGeom>
          <a:solidFill>
            <a:srgbClr val="008060"/>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2100"/>
              <a:buFont typeface="Arial"/>
              <a:buNone/>
            </a:pPr>
            <a:r>
              <a:t/>
            </a:r>
            <a:endParaRPr b="1" i="0" sz="2100" u="none" cap="none" strike="noStrike">
              <a:solidFill>
                <a:srgbClr val="FFFFFF"/>
              </a:solidFill>
              <a:latin typeface="Arial"/>
              <a:ea typeface="Arial"/>
              <a:cs typeface="Arial"/>
              <a:sym typeface="Arial"/>
            </a:endParaRPr>
          </a:p>
        </p:txBody>
      </p:sp>
      <p:sp>
        <p:nvSpPr>
          <p:cNvPr id="186" name="Google Shape;186;p39"/>
          <p:cNvSpPr/>
          <p:nvPr/>
        </p:nvSpPr>
        <p:spPr>
          <a:xfrm>
            <a:off x="10948660" y="220882"/>
            <a:ext cx="1009200" cy="1035300"/>
          </a:xfrm>
          <a:prstGeom prst="wedgeEllipseCallout">
            <a:avLst>
              <a:gd fmla="val -44664" name="adj1"/>
              <a:gd fmla="val 56169" name="adj2"/>
            </a:avLst>
          </a:prstGeom>
          <a:noFill/>
          <a:ln cap="flat" cmpd="sng" w="76200">
            <a:solidFill>
              <a:srgbClr val="0390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600"/>
              <a:buFont typeface="Arial"/>
              <a:buNone/>
            </a:pPr>
            <a:r>
              <a:rPr b="0" i="0" lang="en-CA" sz="8600" u="none" cap="none" strike="noStrike">
                <a:solidFill>
                  <a:srgbClr val="03906D"/>
                </a:solidFill>
                <a:latin typeface="Calibri"/>
                <a:ea typeface="Calibri"/>
                <a:cs typeface="Calibri"/>
                <a:sym typeface="Calibri"/>
              </a:rPr>
              <a:t>?</a:t>
            </a:r>
            <a:endParaRPr b="0" i="0" sz="8600" u="none" cap="none" strike="noStrike">
              <a:solidFill>
                <a:srgbClr val="03906D"/>
              </a:solidFill>
              <a:latin typeface="Calibri"/>
              <a:ea typeface="Calibri"/>
              <a:cs typeface="Calibri"/>
              <a:sym typeface="Calibri"/>
            </a:endParaRPr>
          </a:p>
        </p:txBody>
      </p:sp>
      <p:sp>
        <p:nvSpPr>
          <p:cNvPr id="187" name="Google Shape;187;p39"/>
          <p:cNvSpPr txBox="1"/>
          <p:nvPr/>
        </p:nvSpPr>
        <p:spPr>
          <a:xfrm>
            <a:off x="10706577" y="472179"/>
            <a:ext cx="1496700" cy="280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CA" sz="2400" u="none" cap="none" strike="noStrike">
                <a:solidFill>
                  <a:srgbClr val="FFFFFF"/>
                </a:solidFill>
                <a:latin typeface="Arial"/>
                <a:ea typeface="Arial"/>
                <a:cs typeface="Arial"/>
                <a:sym typeface="Arial"/>
              </a:rPr>
              <a:t>Think</a:t>
            </a:r>
            <a:endParaRPr b="1" i="0" sz="2400" u="none" cap="none" strike="noStrike">
              <a:solidFill>
                <a:srgbClr val="FFFFFF"/>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1" name="Shape 191"/>
        <p:cNvGrpSpPr/>
        <p:nvPr/>
      </p:nvGrpSpPr>
      <p:grpSpPr>
        <a:xfrm>
          <a:off x="0" y="0"/>
          <a:ext cx="0" cy="0"/>
          <a:chOff x="0" y="0"/>
          <a:chExt cx="0" cy="0"/>
        </a:xfrm>
      </p:grpSpPr>
      <p:pic>
        <p:nvPicPr>
          <p:cNvPr id="192" name="Google Shape;192;p40"/>
          <p:cNvPicPr preferRelativeResize="0"/>
          <p:nvPr/>
        </p:nvPicPr>
        <p:blipFill rotWithShape="1">
          <a:blip r:embed="rId3">
            <a:alphaModFix/>
          </a:blip>
          <a:srcRect b="0" l="20231" r="20231" t="0"/>
          <a:stretch/>
        </p:blipFill>
        <p:spPr>
          <a:xfrm>
            <a:off x="0" y="0"/>
            <a:ext cx="6119931" cy="6857999"/>
          </a:xfrm>
          <a:prstGeom prst="rect">
            <a:avLst/>
          </a:prstGeom>
          <a:noFill/>
          <a:ln>
            <a:noFill/>
          </a:ln>
        </p:spPr>
      </p:pic>
      <p:cxnSp>
        <p:nvCxnSpPr>
          <p:cNvPr id="193" name="Google Shape;193;p40"/>
          <p:cNvCxnSpPr/>
          <p:nvPr/>
        </p:nvCxnSpPr>
        <p:spPr>
          <a:xfrm>
            <a:off x="303450" y="423127"/>
            <a:ext cx="0" cy="6176400"/>
          </a:xfrm>
          <a:prstGeom prst="straightConnector1">
            <a:avLst/>
          </a:prstGeom>
          <a:noFill/>
          <a:ln cap="flat" cmpd="sng" w="9525">
            <a:solidFill>
              <a:srgbClr val="FFFFFF"/>
            </a:solidFill>
            <a:prstDash val="solid"/>
            <a:round/>
            <a:headEnd len="sm" w="sm" type="none"/>
            <a:tailEnd len="sm" w="sm" type="none"/>
          </a:ln>
        </p:spPr>
      </p:cxnSp>
      <p:sp>
        <p:nvSpPr>
          <p:cNvPr id="194" name="Google Shape;194;p40"/>
          <p:cNvSpPr txBox="1"/>
          <p:nvPr/>
        </p:nvSpPr>
        <p:spPr>
          <a:xfrm>
            <a:off x="6145050" y="1583100"/>
            <a:ext cx="6290400" cy="1200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Standup / status meeting schedule</a:t>
            </a: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Decision: Is it training?</a:t>
            </a: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Project needs identification</a:t>
            </a: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SME identification </a:t>
            </a:r>
            <a:endParaRPr b="1"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SME and stakeholder interviews</a:t>
            </a: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Review existing content &amp; resources</a:t>
            </a: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Feedback and data</a:t>
            </a:r>
            <a:r>
              <a:rPr b="1" i="0" lang="en-CA" sz="1800" u="none" cap="none" strike="noStrike">
                <a:solidFill>
                  <a:srgbClr val="434343"/>
                </a:solidFill>
                <a:latin typeface="Roboto"/>
                <a:ea typeface="Roboto"/>
                <a:cs typeface="Roboto"/>
                <a:sym typeface="Roboto"/>
              </a:rPr>
              <a:t> </a:t>
            </a:r>
            <a:r>
              <a:rPr b="0" i="0" lang="en-CA" sz="1800" u="none" cap="none" strike="noStrike">
                <a:solidFill>
                  <a:srgbClr val="434343"/>
                </a:solidFill>
                <a:latin typeface="Roboto"/>
                <a:ea typeface="Roboto"/>
                <a:cs typeface="Roboto"/>
                <a:sym typeface="Roboto"/>
              </a:rPr>
              <a:t>analysis </a:t>
            </a:r>
            <a:endParaRPr b="1"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Learner personas</a:t>
            </a: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Use cases</a:t>
            </a:r>
            <a:endParaRPr b="0" i="0" sz="1800" u="none" cap="none" strike="noStrike">
              <a:solidFill>
                <a:srgbClr val="434343"/>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6264C3"/>
              </a:solidFill>
              <a:latin typeface="Roboto"/>
              <a:ea typeface="Roboto"/>
              <a:cs typeface="Roboto"/>
              <a:sym typeface="Roboto"/>
            </a:endParaRPr>
          </a:p>
        </p:txBody>
      </p:sp>
      <p:sp>
        <p:nvSpPr>
          <p:cNvPr id="195" name="Google Shape;195;p40"/>
          <p:cNvSpPr/>
          <p:nvPr/>
        </p:nvSpPr>
        <p:spPr>
          <a:xfrm>
            <a:off x="6145061" y="842113"/>
            <a:ext cx="27543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CA" sz="2000" u="none" cap="none" strike="noStrike">
                <a:solidFill>
                  <a:srgbClr val="E06666"/>
                </a:solidFill>
                <a:latin typeface="Calibri"/>
                <a:ea typeface="Calibri"/>
                <a:cs typeface="Calibri"/>
                <a:sym typeface="Calibri"/>
              </a:rPr>
              <a:t>Outcomes of this phase:</a:t>
            </a:r>
            <a:endParaRPr b="0" i="0" sz="2000" u="none" cap="none" strike="noStrike">
              <a:solidFill>
                <a:srgbClr val="E06666"/>
              </a:solidFill>
              <a:latin typeface="Calibri"/>
              <a:ea typeface="Calibri"/>
              <a:cs typeface="Calibri"/>
              <a:sym typeface="Calibri"/>
            </a:endParaRPr>
          </a:p>
        </p:txBody>
      </p:sp>
      <p:sp>
        <p:nvSpPr>
          <p:cNvPr id="196" name="Google Shape;196;p40"/>
          <p:cNvSpPr/>
          <p:nvPr/>
        </p:nvSpPr>
        <p:spPr>
          <a:xfrm>
            <a:off x="0" y="0"/>
            <a:ext cx="1551600" cy="1551600"/>
          </a:xfrm>
          <a:prstGeom prst="ellipse">
            <a:avLst/>
          </a:prstGeom>
          <a:solidFill>
            <a:srgbClr val="008060"/>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2100"/>
              <a:buFont typeface="Arial"/>
              <a:buNone/>
            </a:pPr>
            <a:r>
              <a:t/>
            </a:r>
            <a:endParaRPr b="1" i="0" sz="2100" u="none" cap="none" strike="noStrike">
              <a:solidFill>
                <a:srgbClr val="FFFFFF"/>
              </a:solidFill>
              <a:latin typeface="Arial"/>
              <a:ea typeface="Arial"/>
              <a:cs typeface="Arial"/>
              <a:sym typeface="Arial"/>
            </a:endParaRPr>
          </a:p>
        </p:txBody>
      </p:sp>
      <p:sp>
        <p:nvSpPr>
          <p:cNvPr id="197" name="Google Shape;197;p40"/>
          <p:cNvSpPr/>
          <p:nvPr/>
        </p:nvSpPr>
        <p:spPr>
          <a:xfrm>
            <a:off x="304025" y="220882"/>
            <a:ext cx="1009200" cy="1035300"/>
          </a:xfrm>
          <a:prstGeom prst="wedgeEllipseCallout">
            <a:avLst>
              <a:gd fmla="val -44664" name="adj1"/>
              <a:gd fmla="val 56169" name="adj2"/>
            </a:avLst>
          </a:prstGeom>
          <a:noFill/>
          <a:ln cap="flat" cmpd="sng" w="76200">
            <a:solidFill>
              <a:srgbClr val="0390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600"/>
              <a:buFont typeface="Arial"/>
              <a:buNone/>
            </a:pPr>
            <a:r>
              <a:rPr b="0" i="0" lang="en-CA" sz="8600" u="none" cap="none" strike="noStrike">
                <a:solidFill>
                  <a:srgbClr val="03906D"/>
                </a:solidFill>
                <a:latin typeface="Calibri"/>
                <a:ea typeface="Calibri"/>
                <a:cs typeface="Calibri"/>
                <a:sym typeface="Calibri"/>
              </a:rPr>
              <a:t>?</a:t>
            </a:r>
            <a:endParaRPr b="0" i="0" sz="8600" u="none" cap="none" strike="noStrike">
              <a:solidFill>
                <a:srgbClr val="03906D"/>
              </a:solidFill>
              <a:latin typeface="Calibri"/>
              <a:ea typeface="Calibri"/>
              <a:cs typeface="Calibri"/>
              <a:sym typeface="Calibri"/>
            </a:endParaRPr>
          </a:p>
        </p:txBody>
      </p:sp>
      <p:sp>
        <p:nvSpPr>
          <p:cNvPr id="198" name="Google Shape;198;p40"/>
          <p:cNvSpPr txBox="1"/>
          <p:nvPr/>
        </p:nvSpPr>
        <p:spPr>
          <a:xfrm>
            <a:off x="61942" y="472179"/>
            <a:ext cx="1496700" cy="280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CA" sz="2400" u="none" cap="none" strike="noStrike">
                <a:solidFill>
                  <a:srgbClr val="FFFFFF"/>
                </a:solidFill>
                <a:latin typeface="Arial"/>
                <a:ea typeface="Arial"/>
                <a:cs typeface="Arial"/>
                <a:sym typeface="Arial"/>
              </a:rPr>
              <a:t>Think</a:t>
            </a:r>
            <a:endParaRPr b="1" i="0" sz="2400" u="none" cap="none" strike="noStrike">
              <a:solidFill>
                <a:srgbClr val="FFFFFF"/>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02" name="Shape 202"/>
        <p:cNvGrpSpPr/>
        <p:nvPr/>
      </p:nvGrpSpPr>
      <p:grpSpPr>
        <a:xfrm>
          <a:off x="0" y="0"/>
          <a:ext cx="0" cy="0"/>
          <a:chOff x="0" y="0"/>
          <a:chExt cx="0" cy="0"/>
        </a:xfrm>
      </p:grpSpPr>
      <p:sp>
        <p:nvSpPr>
          <p:cNvPr id="203" name="Google Shape;203;p41"/>
          <p:cNvSpPr txBox="1"/>
          <p:nvPr>
            <p:ph idx="1" type="body"/>
          </p:nvPr>
        </p:nvSpPr>
        <p:spPr>
          <a:xfrm>
            <a:off x="2220579" y="483791"/>
            <a:ext cx="9549600" cy="35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E6EBF"/>
              </a:buClr>
              <a:buSzPts val="1800"/>
              <a:buFont typeface="Arial"/>
              <a:buNone/>
            </a:pPr>
            <a:r>
              <a:rPr b="1" i="0" lang="en-CA" sz="1800" u="none" cap="none" strike="noStrike">
                <a:solidFill>
                  <a:srgbClr val="004C3F"/>
                </a:solidFill>
                <a:latin typeface="Roboto"/>
                <a:ea typeface="Roboto"/>
                <a:cs typeface="Roboto"/>
                <a:sym typeface="Roboto"/>
              </a:rPr>
              <a:t>TLDR: Analyze &amp; synthesize content to generate as many ideas </a:t>
            </a:r>
            <a:br>
              <a:rPr b="1" i="0" lang="en-CA" sz="1800" u="none" cap="none" strike="noStrike">
                <a:solidFill>
                  <a:srgbClr val="004C3F"/>
                </a:solidFill>
                <a:latin typeface="Roboto"/>
                <a:ea typeface="Roboto"/>
                <a:cs typeface="Roboto"/>
                <a:sym typeface="Roboto"/>
              </a:rPr>
            </a:br>
            <a:r>
              <a:rPr b="1" i="0" lang="en-CA" sz="1800" u="none" cap="none" strike="noStrike">
                <a:solidFill>
                  <a:srgbClr val="004C3F"/>
                </a:solidFill>
                <a:latin typeface="Roboto"/>
                <a:ea typeface="Roboto"/>
                <a:cs typeface="Roboto"/>
                <a:sym typeface="Roboto"/>
              </a:rPr>
              <a:t>and potential solutions as possible.</a:t>
            </a:r>
            <a:endParaRPr b="0" i="1" sz="1800" u="none" cap="none" strike="noStrike">
              <a:solidFill>
                <a:srgbClr val="004C3F"/>
              </a:solidFill>
              <a:latin typeface="Roboto"/>
              <a:ea typeface="Roboto"/>
              <a:cs typeface="Roboto"/>
              <a:sym typeface="Roboto"/>
            </a:endParaRPr>
          </a:p>
          <a:p>
            <a:pPr indent="0" lvl="0" marL="0" marR="0" rtl="0" algn="l">
              <a:lnSpc>
                <a:spcPct val="100000"/>
              </a:lnSpc>
              <a:spcBef>
                <a:spcPts val="1300"/>
              </a:spcBef>
              <a:spcAft>
                <a:spcPts val="1300"/>
              </a:spcAft>
              <a:buClr>
                <a:srgbClr val="5E6EBF"/>
              </a:buClr>
              <a:buSzPts val="1900"/>
              <a:buFont typeface="Arial"/>
              <a:buNone/>
            </a:pPr>
            <a:r>
              <a:t/>
            </a:r>
            <a:endParaRPr b="1" i="0" sz="1900" u="none" cap="none" strike="noStrike">
              <a:solidFill>
                <a:srgbClr val="004C3F"/>
              </a:solidFill>
              <a:latin typeface="Roboto"/>
              <a:ea typeface="Roboto"/>
              <a:cs typeface="Roboto"/>
              <a:sym typeface="Roboto"/>
            </a:endParaRPr>
          </a:p>
        </p:txBody>
      </p:sp>
      <p:sp>
        <p:nvSpPr>
          <p:cNvPr id="204" name="Google Shape;204;p41"/>
          <p:cNvSpPr txBox="1"/>
          <p:nvPr/>
        </p:nvSpPr>
        <p:spPr>
          <a:xfrm>
            <a:off x="2231300" y="1777425"/>
            <a:ext cx="8759700" cy="3460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en-CA" sz="2400" u="none" cap="none" strike="noStrike">
                <a:solidFill>
                  <a:schemeClr val="dk1"/>
                </a:solidFill>
                <a:latin typeface="Roboto"/>
                <a:ea typeface="Roboto"/>
                <a:cs typeface="Roboto"/>
                <a:sym typeface="Roboto"/>
              </a:rPr>
              <a:t>WHAT / HOW /WHY….</a:t>
            </a:r>
            <a:r>
              <a:rPr b="0" i="0" lang="en-CA" sz="2400" u="none" cap="none" strike="noStrike">
                <a:solidFill>
                  <a:schemeClr val="dk1"/>
                </a:solidFill>
                <a:latin typeface="Roboto"/>
                <a:ea typeface="Roboto"/>
                <a:cs typeface="Roboto"/>
                <a:sym typeface="Roboto"/>
              </a:rPr>
              <a:t>? </a:t>
            </a:r>
            <a:br>
              <a:rPr b="0" i="0" lang="en-CA" sz="1800" u="none" cap="none" strike="noStrike">
                <a:solidFill>
                  <a:schemeClr val="dk1"/>
                </a:solidFill>
                <a:latin typeface="Roboto"/>
                <a:ea typeface="Roboto"/>
                <a:cs typeface="Roboto"/>
                <a:sym typeface="Roboto"/>
              </a:rPr>
            </a:br>
            <a:endParaRPr b="0" i="0" sz="1800" u="none" cap="none" strike="noStrike">
              <a:solidFill>
                <a:schemeClr val="dk1"/>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chemeClr val="dk1"/>
                </a:solidFill>
                <a:latin typeface="Roboto"/>
                <a:ea typeface="Roboto"/>
                <a:cs typeface="Roboto"/>
                <a:sym typeface="Roboto"/>
              </a:rPr>
              <a:t>What modality /ies will be most effective?</a:t>
            </a:r>
            <a:endParaRPr b="0" i="0" sz="1800" u="none" cap="none" strike="noStrike">
              <a:solidFill>
                <a:schemeClr val="dk1"/>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chemeClr val="dk1"/>
                </a:solidFill>
                <a:latin typeface="Roboto"/>
                <a:ea typeface="Roboto"/>
                <a:cs typeface="Roboto"/>
                <a:sym typeface="Roboto"/>
              </a:rPr>
              <a:t>What technical requirements are needed? </a:t>
            </a:r>
            <a:endParaRPr b="0" i="0" sz="1800" u="none" cap="none" strike="noStrike">
              <a:solidFill>
                <a:schemeClr val="dk1"/>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chemeClr val="dk1"/>
                </a:solidFill>
                <a:latin typeface="Roboto"/>
                <a:ea typeface="Roboto"/>
                <a:cs typeface="Roboto"/>
                <a:sym typeface="Roboto"/>
              </a:rPr>
              <a:t>Detailed project planning / task requirements</a:t>
            </a:r>
            <a:endParaRPr b="0" i="0" sz="1800" u="none" cap="none" strike="noStrike">
              <a:solidFill>
                <a:schemeClr val="dk1"/>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chemeClr val="dk1"/>
                </a:solidFill>
                <a:latin typeface="Roboto"/>
                <a:ea typeface="Roboto"/>
                <a:cs typeface="Roboto"/>
                <a:sym typeface="Roboto"/>
              </a:rPr>
              <a:t>How will this learning be communicated? </a:t>
            </a:r>
            <a:endParaRPr b="0" i="0" sz="1800" u="none" cap="none" strike="noStrike">
              <a:solidFill>
                <a:schemeClr val="dk1"/>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chemeClr val="dk1"/>
                </a:solidFill>
                <a:latin typeface="Roboto"/>
                <a:ea typeface="Roboto"/>
                <a:cs typeface="Roboto"/>
                <a:sym typeface="Roboto"/>
              </a:rPr>
              <a:t>How will this learning be evaluated?</a:t>
            </a:r>
            <a:br>
              <a:rPr b="0" i="0" lang="en-CA" sz="1800" u="none" cap="none" strike="noStrike">
                <a:solidFill>
                  <a:schemeClr val="dk1"/>
                </a:solidFill>
                <a:latin typeface="Roboto"/>
                <a:ea typeface="Roboto"/>
                <a:cs typeface="Roboto"/>
                <a:sym typeface="Roboto"/>
              </a:rPr>
            </a:br>
            <a:endParaRPr b="0" i="0" sz="1800" u="none" cap="none" strike="noStrike">
              <a:solidFill>
                <a:schemeClr val="dk1"/>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chemeClr val="dk1"/>
                </a:solidFill>
                <a:latin typeface="Roboto"/>
                <a:ea typeface="Roboto"/>
                <a:cs typeface="Roboto"/>
                <a:sym typeface="Roboto"/>
              </a:rPr>
              <a:t>Why are the approaches above the decided direction?</a:t>
            </a:r>
            <a:endParaRPr b="0" i="0" sz="18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05" name="Google Shape;205;p41"/>
          <p:cNvSpPr/>
          <p:nvPr/>
        </p:nvSpPr>
        <p:spPr>
          <a:xfrm>
            <a:off x="367379" y="0"/>
            <a:ext cx="1551600" cy="1551600"/>
          </a:xfrm>
          <a:prstGeom prst="ellipse">
            <a:avLst/>
          </a:prstGeom>
          <a:solidFill>
            <a:srgbClr val="008060"/>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2100"/>
              <a:buFont typeface="Arial"/>
              <a:buNone/>
            </a:pPr>
            <a:r>
              <a:t/>
            </a:r>
            <a:endParaRPr b="1" i="0" sz="2100" u="none" cap="none" strike="noStrike">
              <a:solidFill>
                <a:srgbClr val="FFFFFF"/>
              </a:solidFill>
              <a:latin typeface="Arial"/>
              <a:ea typeface="Arial"/>
              <a:cs typeface="Arial"/>
              <a:sym typeface="Arial"/>
            </a:endParaRPr>
          </a:p>
        </p:txBody>
      </p:sp>
      <p:grpSp>
        <p:nvGrpSpPr>
          <p:cNvPr id="206" name="Google Shape;206;p41"/>
          <p:cNvGrpSpPr/>
          <p:nvPr/>
        </p:nvGrpSpPr>
        <p:grpSpPr>
          <a:xfrm>
            <a:off x="451001" y="84302"/>
            <a:ext cx="1377765" cy="1377765"/>
            <a:chOff x="638207" y="5113712"/>
            <a:chExt cx="1256970" cy="1256970"/>
          </a:xfrm>
        </p:grpSpPr>
        <p:grpSp>
          <p:nvGrpSpPr>
            <p:cNvPr id="207" name="Google Shape;207;p41"/>
            <p:cNvGrpSpPr/>
            <p:nvPr/>
          </p:nvGrpSpPr>
          <p:grpSpPr>
            <a:xfrm>
              <a:off x="1117124" y="5113712"/>
              <a:ext cx="320700" cy="1256970"/>
              <a:chOff x="1117124" y="5113712"/>
              <a:chExt cx="320700" cy="1256970"/>
            </a:xfrm>
          </p:grpSpPr>
          <p:sp>
            <p:nvSpPr>
              <p:cNvPr id="208" name="Google Shape;208;p41"/>
              <p:cNvSpPr/>
              <p:nvPr/>
            </p:nvSpPr>
            <p:spPr>
              <a:xfrm>
                <a:off x="1117124" y="5113712"/>
                <a:ext cx="320700" cy="502800"/>
              </a:xfrm>
              <a:prstGeom prst="triangle">
                <a:avLst>
                  <a:gd fmla="val 50000" name="adj"/>
                </a:avLst>
              </a:prstGeom>
              <a:noFill/>
              <a:ln cap="flat" cmpd="sng" w="28575">
                <a:solidFill>
                  <a:srgbClr val="0390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41"/>
              <p:cNvSpPr/>
              <p:nvPr/>
            </p:nvSpPr>
            <p:spPr>
              <a:xfrm rot="10800000">
                <a:off x="1117437" y="5867582"/>
                <a:ext cx="320100" cy="503100"/>
              </a:xfrm>
              <a:prstGeom prst="triangle">
                <a:avLst>
                  <a:gd fmla="val 50000" name="adj"/>
                </a:avLst>
              </a:prstGeom>
              <a:noFill/>
              <a:ln cap="flat" cmpd="sng" w="28575">
                <a:solidFill>
                  <a:srgbClr val="0390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0" name="Google Shape;210;p41"/>
            <p:cNvGrpSpPr/>
            <p:nvPr/>
          </p:nvGrpSpPr>
          <p:grpSpPr>
            <a:xfrm rot="5400000">
              <a:off x="1106342" y="5113713"/>
              <a:ext cx="320700" cy="1256970"/>
              <a:chOff x="1117124" y="5113712"/>
              <a:chExt cx="320700" cy="1256970"/>
            </a:xfrm>
          </p:grpSpPr>
          <p:sp>
            <p:nvSpPr>
              <p:cNvPr id="211" name="Google Shape;211;p41"/>
              <p:cNvSpPr/>
              <p:nvPr/>
            </p:nvSpPr>
            <p:spPr>
              <a:xfrm>
                <a:off x="1117124" y="5113712"/>
                <a:ext cx="320700" cy="502800"/>
              </a:xfrm>
              <a:prstGeom prst="triangle">
                <a:avLst>
                  <a:gd fmla="val 50000" name="adj"/>
                </a:avLst>
              </a:prstGeom>
              <a:noFill/>
              <a:ln cap="flat" cmpd="sng" w="28575">
                <a:solidFill>
                  <a:srgbClr val="0390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41"/>
              <p:cNvSpPr/>
              <p:nvPr/>
            </p:nvSpPr>
            <p:spPr>
              <a:xfrm rot="10800000">
                <a:off x="1117437" y="5867582"/>
                <a:ext cx="320100" cy="503100"/>
              </a:xfrm>
              <a:prstGeom prst="triangle">
                <a:avLst>
                  <a:gd fmla="val 50000" name="adj"/>
                </a:avLst>
              </a:prstGeom>
              <a:noFill/>
              <a:ln cap="flat" cmpd="sng" w="28575">
                <a:solidFill>
                  <a:srgbClr val="0390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13" name="Google Shape;213;p41"/>
          <p:cNvSpPr txBox="1"/>
          <p:nvPr/>
        </p:nvSpPr>
        <p:spPr>
          <a:xfrm>
            <a:off x="429321" y="472179"/>
            <a:ext cx="1496700" cy="280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CA" sz="2400" u="none" cap="none" strike="noStrike">
                <a:solidFill>
                  <a:srgbClr val="FFFFFF"/>
                </a:solidFill>
                <a:latin typeface="Arial"/>
                <a:ea typeface="Arial"/>
                <a:cs typeface="Arial"/>
                <a:sym typeface="Arial"/>
              </a:rPr>
              <a:t>Explore</a:t>
            </a:r>
            <a:endParaRPr b="1" i="0" sz="2400" u="none" cap="none" strike="noStrike">
              <a:solidFill>
                <a:srgbClr val="FFFFFF"/>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id="218" name="Google Shape;218;p42"/>
          <p:cNvPicPr preferRelativeResize="0"/>
          <p:nvPr/>
        </p:nvPicPr>
        <p:blipFill rotWithShape="1">
          <a:blip r:embed="rId3">
            <a:alphaModFix/>
          </a:blip>
          <a:srcRect b="0" l="20231" r="20231" t="0"/>
          <a:stretch/>
        </p:blipFill>
        <p:spPr>
          <a:xfrm>
            <a:off x="6072067" y="0"/>
            <a:ext cx="6119931" cy="6857999"/>
          </a:xfrm>
          <a:prstGeom prst="rect">
            <a:avLst/>
          </a:prstGeom>
          <a:noFill/>
          <a:ln>
            <a:noFill/>
          </a:ln>
        </p:spPr>
      </p:pic>
      <p:sp>
        <p:nvSpPr>
          <p:cNvPr id="219" name="Google Shape;219;p42"/>
          <p:cNvSpPr txBox="1"/>
          <p:nvPr>
            <p:ph idx="12" type="sldNum"/>
          </p:nvPr>
        </p:nvSpPr>
        <p:spPr>
          <a:xfrm>
            <a:off x="11072945" y="229301"/>
            <a:ext cx="731700" cy="524700"/>
          </a:xfrm>
          <a:prstGeom prst="rect">
            <a:avLst/>
          </a:prstGeom>
          <a:noFill/>
          <a:ln>
            <a:noFill/>
          </a:ln>
        </p:spPr>
        <p:txBody>
          <a:bodyPr anchorCtr="0" anchor="t" bIns="121900" lIns="121900" spcFirstLastPara="1" rIns="121900" wrap="square" tIns="121900">
            <a:noAutofit/>
          </a:bodyPr>
          <a:lstStyle/>
          <a:p>
            <a:pPr indent="0" lvl="0" marL="0" rtl="0" algn="r">
              <a:lnSpc>
                <a:spcPct val="100000"/>
              </a:lnSpc>
              <a:spcBef>
                <a:spcPts val="0"/>
              </a:spcBef>
              <a:spcAft>
                <a:spcPts val="0"/>
              </a:spcAft>
              <a:buSzPts val="800"/>
              <a:buNone/>
            </a:pPr>
            <a:fld id="{00000000-1234-1234-1234-123412341234}" type="slidenum">
              <a:rPr lang="en-CA"/>
              <a:t>‹#›</a:t>
            </a:fld>
            <a:endParaRPr/>
          </a:p>
        </p:txBody>
      </p:sp>
      <p:sp>
        <p:nvSpPr>
          <p:cNvPr id="220" name="Google Shape;220;p42"/>
          <p:cNvSpPr txBox="1"/>
          <p:nvPr/>
        </p:nvSpPr>
        <p:spPr>
          <a:xfrm>
            <a:off x="734850" y="1583100"/>
            <a:ext cx="5337300" cy="1200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Follow-up SME interviews </a:t>
            </a:r>
            <a:r>
              <a:rPr b="0" i="0" lang="en-CA" sz="1100" u="none" cap="none" strike="noStrike">
                <a:solidFill>
                  <a:srgbClr val="434343"/>
                </a:solidFill>
                <a:latin typeface="Roboto"/>
                <a:ea typeface="Roboto"/>
                <a:cs typeface="Roboto"/>
                <a:sym typeface="Roboto"/>
              </a:rPr>
              <a:t>(if necessary)</a:t>
            </a:r>
            <a:endParaRPr b="0" i="0" sz="11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Focus groups</a:t>
            </a: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Post it / whiteboard brainstorm solutions </a:t>
            </a:r>
            <a:br>
              <a:rPr b="0" i="0" lang="en-CA" sz="1800" u="none" cap="none" strike="noStrike">
                <a:solidFill>
                  <a:srgbClr val="434343"/>
                </a:solidFill>
                <a:latin typeface="Roboto"/>
                <a:ea typeface="Roboto"/>
                <a:cs typeface="Roboto"/>
                <a:sym typeface="Roboto"/>
              </a:rPr>
            </a:br>
            <a:r>
              <a:rPr b="0" i="0" lang="en-CA" sz="1800" u="none" cap="none" strike="noStrike">
                <a:solidFill>
                  <a:srgbClr val="434343"/>
                </a:solidFill>
                <a:latin typeface="Roboto"/>
                <a:ea typeface="Roboto"/>
                <a:cs typeface="Roboto"/>
                <a:sym typeface="Roboto"/>
              </a:rPr>
              <a:t>&amp; evaluate.</a:t>
            </a: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chemeClr val="hlink"/>
                </a:solidFill>
                <a:uFill>
                  <a:noFill/>
                </a:uFill>
                <a:latin typeface="Roboto"/>
                <a:ea typeface="Roboto"/>
                <a:cs typeface="Roboto"/>
                <a:sym typeface="Roboto"/>
                <a:hlinkClick r:id="rId4"/>
              </a:rPr>
              <a:t>Analogy activity</a:t>
            </a: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Mindmapping</a:t>
            </a: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Reverse thinking</a:t>
            </a: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Visualization Storyboarding </a:t>
            </a:r>
            <a:br>
              <a:rPr b="0" i="0" lang="en-CA" sz="1800" u="none" cap="none" strike="noStrike">
                <a:solidFill>
                  <a:srgbClr val="434343"/>
                </a:solidFill>
                <a:latin typeface="Roboto"/>
                <a:ea typeface="Roboto"/>
                <a:cs typeface="Roboto"/>
                <a:sym typeface="Roboto"/>
              </a:rPr>
            </a:br>
            <a:r>
              <a:rPr b="0" i="0" lang="en-CA" sz="1000" u="none" cap="none" strike="noStrike">
                <a:solidFill>
                  <a:srgbClr val="434343"/>
                </a:solidFill>
                <a:latin typeface="Roboto"/>
                <a:ea typeface="Roboto"/>
                <a:cs typeface="Roboto"/>
                <a:sym typeface="Roboto"/>
              </a:rPr>
              <a:t>(not to be confused with a pre-development eLearning storyboard)</a:t>
            </a:r>
            <a:endParaRPr b="0" i="0" sz="1000" u="none" cap="none" strike="noStrike">
              <a:solidFill>
                <a:srgbClr val="434343"/>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434343"/>
              </a:solidFill>
              <a:latin typeface="Roboto"/>
              <a:ea typeface="Roboto"/>
              <a:cs typeface="Roboto"/>
              <a:sym typeface="Roboto"/>
            </a:endParaRPr>
          </a:p>
        </p:txBody>
      </p:sp>
      <p:sp>
        <p:nvSpPr>
          <p:cNvPr id="221" name="Google Shape;221;p42"/>
          <p:cNvSpPr/>
          <p:nvPr/>
        </p:nvSpPr>
        <p:spPr>
          <a:xfrm>
            <a:off x="734851" y="842125"/>
            <a:ext cx="52374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CA" sz="2000" u="none" cap="none" strike="noStrike">
                <a:solidFill>
                  <a:srgbClr val="E06666"/>
                </a:solidFill>
                <a:latin typeface="Roboto"/>
                <a:ea typeface="Roboto"/>
                <a:cs typeface="Roboto"/>
                <a:sym typeface="Roboto"/>
              </a:rPr>
              <a:t>Activities to help you through this phase:</a:t>
            </a:r>
            <a:endParaRPr b="0" i="0" sz="2000" u="none" cap="none" strike="noStrike">
              <a:solidFill>
                <a:srgbClr val="E06666"/>
              </a:solidFill>
              <a:latin typeface="Roboto"/>
              <a:ea typeface="Roboto"/>
              <a:cs typeface="Roboto"/>
              <a:sym typeface="Roboto"/>
            </a:endParaRPr>
          </a:p>
        </p:txBody>
      </p:sp>
      <p:sp>
        <p:nvSpPr>
          <p:cNvPr id="222" name="Google Shape;222;p42"/>
          <p:cNvSpPr/>
          <p:nvPr/>
        </p:nvSpPr>
        <p:spPr>
          <a:xfrm>
            <a:off x="10557154" y="0"/>
            <a:ext cx="1551600" cy="1551600"/>
          </a:xfrm>
          <a:prstGeom prst="ellipse">
            <a:avLst/>
          </a:prstGeom>
          <a:solidFill>
            <a:srgbClr val="008060"/>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2100"/>
              <a:buFont typeface="Arial"/>
              <a:buNone/>
            </a:pPr>
            <a:r>
              <a:t/>
            </a:r>
            <a:endParaRPr b="1" i="0" sz="2100" u="none" cap="none" strike="noStrike">
              <a:solidFill>
                <a:srgbClr val="FFFFFF"/>
              </a:solidFill>
              <a:latin typeface="Arial"/>
              <a:ea typeface="Arial"/>
              <a:cs typeface="Arial"/>
              <a:sym typeface="Arial"/>
            </a:endParaRPr>
          </a:p>
        </p:txBody>
      </p:sp>
      <p:grpSp>
        <p:nvGrpSpPr>
          <p:cNvPr id="223" name="Google Shape;223;p42"/>
          <p:cNvGrpSpPr/>
          <p:nvPr/>
        </p:nvGrpSpPr>
        <p:grpSpPr>
          <a:xfrm>
            <a:off x="10640776" y="84302"/>
            <a:ext cx="1377765" cy="1377765"/>
            <a:chOff x="638207" y="5113712"/>
            <a:chExt cx="1256970" cy="1256970"/>
          </a:xfrm>
        </p:grpSpPr>
        <p:grpSp>
          <p:nvGrpSpPr>
            <p:cNvPr id="224" name="Google Shape;224;p42"/>
            <p:cNvGrpSpPr/>
            <p:nvPr/>
          </p:nvGrpSpPr>
          <p:grpSpPr>
            <a:xfrm>
              <a:off x="1117124" y="5113712"/>
              <a:ext cx="320700" cy="1256970"/>
              <a:chOff x="1117124" y="5113712"/>
              <a:chExt cx="320700" cy="1256970"/>
            </a:xfrm>
          </p:grpSpPr>
          <p:sp>
            <p:nvSpPr>
              <p:cNvPr id="225" name="Google Shape;225;p42"/>
              <p:cNvSpPr/>
              <p:nvPr/>
            </p:nvSpPr>
            <p:spPr>
              <a:xfrm>
                <a:off x="1117124" y="5113712"/>
                <a:ext cx="320700" cy="502800"/>
              </a:xfrm>
              <a:prstGeom prst="triangle">
                <a:avLst>
                  <a:gd fmla="val 50000" name="adj"/>
                </a:avLst>
              </a:prstGeom>
              <a:noFill/>
              <a:ln cap="flat" cmpd="sng" w="28575">
                <a:solidFill>
                  <a:srgbClr val="0390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42"/>
              <p:cNvSpPr/>
              <p:nvPr/>
            </p:nvSpPr>
            <p:spPr>
              <a:xfrm rot="10800000">
                <a:off x="1117437" y="5867582"/>
                <a:ext cx="320100" cy="503100"/>
              </a:xfrm>
              <a:prstGeom prst="triangle">
                <a:avLst>
                  <a:gd fmla="val 50000" name="adj"/>
                </a:avLst>
              </a:prstGeom>
              <a:noFill/>
              <a:ln cap="flat" cmpd="sng" w="28575">
                <a:solidFill>
                  <a:srgbClr val="0390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7" name="Google Shape;227;p42"/>
            <p:cNvGrpSpPr/>
            <p:nvPr/>
          </p:nvGrpSpPr>
          <p:grpSpPr>
            <a:xfrm rot="5400000">
              <a:off x="1106342" y="5113713"/>
              <a:ext cx="320700" cy="1256970"/>
              <a:chOff x="1117124" y="5113712"/>
              <a:chExt cx="320700" cy="1256970"/>
            </a:xfrm>
          </p:grpSpPr>
          <p:sp>
            <p:nvSpPr>
              <p:cNvPr id="228" name="Google Shape;228;p42"/>
              <p:cNvSpPr/>
              <p:nvPr/>
            </p:nvSpPr>
            <p:spPr>
              <a:xfrm>
                <a:off x="1117124" y="5113712"/>
                <a:ext cx="320700" cy="502800"/>
              </a:xfrm>
              <a:prstGeom prst="triangle">
                <a:avLst>
                  <a:gd fmla="val 50000" name="adj"/>
                </a:avLst>
              </a:prstGeom>
              <a:noFill/>
              <a:ln cap="flat" cmpd="sng" w="28575">
                <a:solidFill>
                  <a:srgbClr val="0390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42"/>
              <p:cNvSpPr/>
              <p:nvPr/>
            </p:nvSpPr>
            <p:spPr>
              <a:xfrm rot="10800000">
                <a:off x="1117437" y="5867582"/>
                <a:ext cx="320100" cy="503100"/>
              </a:xfrm>
              <a:prstGeom prst="triangle">
                <a:avLst>
                  <a:gd fmla="val 50000" name="adj"/>
                </a:avLst>
              </a:prstGeom>
              <a:noFill/>
              <a:ln cap="flat" cmpd="sng" w="28575">
                <a:solidFill>
                  <a:srgbClr val="0390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30" name="Google Shape;230;p42"/>
          <p:cNvSpPr txBox="1"/>
          <p:nvPr/>
        </p:nvSpPr>
        <p:spPr>
          <a:xfrm>
            <a:off x="10619096" y="472179"/>
            <a:ext cx="1496700" cy="280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CA" sz="2400" u="none" cap="none" strike="noStrike">
                <a:solidFill>
                  <a:srgbClr val="FFFFFF"/>
                </a:solidFill>
                <a:latin typeface="Arial"/>
                <a:ea typeface="Arial"/>
                <a:cs typeface="Arial"/>
                <a:sym typeface="Arial"/>
              </a:rPr>
              <a:t>Explore</a:t>
            </a:r>
            <a:endParaRPr b="1" i="0" sz="2400" u="none" cap="none" strike="noStrike">
              <a:solidFill>
                <a:srgbClr val="FFFFFF"/>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id="235" name="Google Shape;235;p43"/>
          <p:cNvPicPr preferRelativeResize="0"/>
          <p:nvPr/>
        </p:nvPicPr>
        <p:blipFill rotWithShape="1">
          <a:blip r:embed="rId3">
            <a:alphaModFix/>
          </a:blip>
          <a:srcRect b="0" l="20231" r="20231" t="0"/>
          <a:stretch/>
        </p:blipFill>
        <p:spPr>
          <a:xfrm>
            <a:off x="6072067" y="0"/>
            <a:ext cx="6119931" cy="6857999"/>
          </a:xfrm>
          <a:prstGeom prst="rect">
            <a:avLst/>
          </a:prstGeom>
          <a:noFill/>
          <a:ln>
            <a:noFill/>
          </a:ln>
        </p:spPr>
      </p:pic>
      <p:sp>
        <p:nvSpPr>
          <p:cNvPr id="236" name="Google Shape;236;p43"/>
          <p:cNvSpPr txBox="1"/>
          <p:nvPr>
            <p:ph idx="12" type="sldNum"/>
          </p:nvPr>
        </p:nvSpPr>
        <p:spPr>
          <a:xfrm>
            <a:off x="11072945" y="229301"/>
            <a:ext cx="731700" cy="524700"/>
          </a:xfrm>
          <a:prstGeom prst="rect">
            <a:avLst/>
          </a:prstGeom>
          <a:noFill/>
          <a:ln>
            <a:noFill/>
          </a:ln>
        </p:spPr>
        <p:txBody>
          <a:bodyPr anchorCtr="0" anchor="t" bIns="121900" lIns="121900" spcFirstLastPara="1" rIns="121900" wrap="square" tIns="121900">
            <a:noAutofit/>
          </a:bodyPr>
          <a:lstStyle/>
          <a:p>
            <a:pPr indent="0" lvl="0" marL="0" rtl="0" algn="r">
              <a:lnSpc>
                <a:spcPct val="100000"/>
              </a:lnSpc>
              <a:spcBef>
                <a:spcPts val="0"/>
              </a:spcBef>
              <a:spcAft>
                <a:spcPts val="0"/>
              </a:spcAft>
              <a:buSzPts val="800"/>
              <a:buNone/>
            </a:pPr>
            <a:fld id="{00000000-1234-1234-1234-123412341234}" type="slidenum">
              <a:rPr lang="en-CA"/>
              <a:t>‹#›</a:t>
            </a:fld>
            <a:endParaRPr/>
          </a:p>
        </p:txBody>
      </p:sp>
      <p:sp>
        <p:nvSpPr>
          <p:cNvPr id="237" name="Google Shape;237;p43"/>
          <p:cNvSpPr txBox="1"/>
          <p:nvPr/>
        </p:nvSpPr>
        <p:spPr>
          <a:xfrm>
            <a:off x="734850" y="1583100"/>
            <a:ext cx="5337300" cy="1200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Detailed project plan  </a:t>
            </a:r>
            <a:endParaRPr b="0" i="0" sz="1700" u="none" cap="none" strike="noStrike">
              <a:solidFill>
                <a:srgbClr val="434343"/>
              </a:solidFill>
              <a:latin typeface="Roboto"/>
              <a:ea typeface="Roboto"/>
              <a:cs typeface="Roboto"/>
              <a:sym typeface="Roboto"/>
            </a:endParaRPr>
          </a:p>
          <a:p>
            <a:pPr indent="-336550" lvl="0" marL="457200" marR="0" rtl="0" algn="l">
              <a:lnSpc>
                <a:spcPct val="100000"/>
              </a:lnSpc>
              <a:spcBef>
                <a:spcPts val="0"/>
              </a:spcBef>
              <a:spcAft>
                <a:spcPts val="0"/>
              </a:spcAft>
              <a:buClr>
                <a:srgbClr val="90DFD6"/>
              </a:buClr>
              <a:buSzPts val="1700"/>
              <a:buFont typeface="Roboto"/>
              <a:buChar char="●"/>
            </a:pPr>
            <a:r>
              <a:rPr b="0" i="0" lang="en-CA" sz="1700" u="none" cap="none" strike="noStrike">
                <a:solidFill>
                  <a:srgbClr val="434343"/>
                </a:solidFill>
                <a:latin typeface="Roboto"/>
                <a:ea typeface="Roboto"/>
                <a:cs typeface="Roboto"/>
                <a:sym typeface="Roboto"/>
              </a:rPr>
              <a:t>High level design document (HLD) / course outline, </a:t>
            </a:r>
            <a:r>
              <a:rPr b="0" i="0" lang="en-CA" sz="1800" u="none" cap="none" strike="noStrike">
                <a:solidFill>
                  <a:srgbClr val="434343"/>
                </a:solidFill>
                <a:latin typeface="Roboto"/>
                <a:ea typeface="Roboto"/>
                <a:cs typeface="Roboto"/>
                <a:sym typeface="Roboto"/>
              </a:rPr>
              <a:t>wireframes, mockups  </a:t>
            </a:r>
            <a:endParaRPr b="1"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Focus groups</a:t>
            </a:r>
            <a:r>
              <a:rPr b="0" i="0" lang="en-CA" sz="1700" u="none" cap="none" strike="noStrike">
                <a:solidFill>
                  <a:srgbClr val="434343"/>
                </a:solidFill>
                <a:latin typeface="Roboto"/>
                <a:ea typeface="Roboto"/>
                <a:cs typeface="Roboto"/>
                <a:sym typeface="Roboto"/>
              </a:rPr>
              <a:t> </a:t>
            </a:r>
            <a:endParaRPr b="0" i="0" sz="17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Success metrics </a:t>
            </a:r>
            <a:endParaRPr b="1"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Data collection plan </a:t>
            </a:r>
            <a:endParaRPr b="1"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Reinforcement plan</a:t>
            </a:r>
            <a:endParaRPr b="0" i="0" sz="1800" u="none" cap="none" strike="noStrike">
              <a:solidFill>
                <a:srgbClr val="434343"/>
              </a:solidFill>
              <a:latin typeface="Roboto"/>
              <a:ea typeface="Roboto"/>
              <a:cs typeface="Roboto"/>
              <a:sym typeface="Roboto"/>
            </a:endParaRPr>
          </a:p>
        </p:txBody>
      </p:sp>
      <p:sp>
        <p:nvSpPr>
          <p:cNvPr id="238" name="Google Shape;238;p43"/>
          <p:cNvSpPr/>
          <p:nvPr/>
        </p:nvSpPr>
        <p:spPr>
          <a:xfrm>
            <a:off x="734844" y="842125"/>
            <a:ext cx="41757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CA" sz="2000" u="none" cap="none" strike="noStrike">
                <a:solidFill>
                  <a:srgbClr val="E06666"/>
                </a:solidFill>
                <a:latin typeface="Roboto"/>
                <a:ea typeface="Roboto"/>
                <a:cs typeface="Roboto"/>
                <a:sym typeface="Roboto"/>
              </a:rPr>
              <a:t>Outcomes of this phase:</a:t>
            </a:r>
            <a:endParaRPr b="0" i="0" sz="2000" u="none" cap="none" strike="noStrike">
              <a:solidFill>
                <a:srgbClr val="E06666"/>
              </a:solidFill>
              <a:latin typeface="Roboto"/>
              <a:ea typeface="Roboto"/>
              <a:cs typeface="Roboto"/>
              <a:sym typeface="Roboto"/>
            </a:endParaRPr>
          </a:p>
        </p:txBody>
      </p:sp>
      <p:sp>
        <p:nvSpPr>
          <p:cNvPr id="239" name="Google Shape;239;p43"/>
          <p:cNvSpPr/>
          <p:nvPr/>
        </p:nvSpPr>
        <p:spPr>
          <a:xfrm>
            <a:off x="10557154" y="0"/>
            <a:ext cx="1551600" cy="1551600"/>
          </a:xfrm>
          <a:prstGeom prst="ellipse">
            <a:avLst/>
          </a:prstGeom>
          <a:solidFill>
            <a:srgbClr val="008060"/>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2100"/>
              <a:buFont typeface="Arial"/>
              <a:buNone/>
            </a:pPr>
            <a:r>
              <a:t/>
            </a:r>
            <a:endParaRPr b="1" i="0" sz="2100" u="none" cap="none" strike="noStrike">
              <a:solidFill>
                <a:srgbClr val="FFFFFF"/>
              </a:solidFill>
              <a:latin typeface="Arial"/>
              <a:ea typeface="Arial"/>
              <a:cs typeface="Arial"/>
              <a:sym typeface="Arial"/>
            </a:endParaRPr>
          </a:p>
        </p:txBody>
      </p:sp>
      <p:grpSp>
        <p:nvGrpSpPr>
          <p:cNvPr id="240" name="Google Shape;240;p43"/>
          <p:cNvGrpSpPr/>
          <p:nvPr/>
        </p:nvGrpSpPr>
        <p:grpSpPr>
          <a:xfrm>
            <a:off x="10640776" y="84302"/>
            <a:ext cx="1377765" cy="1377765"/>
            <a:chOff x="638207" y="5113712"/>
            <a:chExt cx="1256970" cy="1256970"/>
          </a:xfrm>
        </p:grpSpPr>
        <p:grpSp>
          <p:nvGrpSpPr>
            <p:cNvPr id="241" name="Google Shape;241;p43"/>
            <p:cNvGrpSpPr/>
            <p:nvPr/>
          </p:nvGrpSpPr>
          <p:grpSpPr>
            <a:xfrm>
              <a:off x="1117124" y="5113712"/>
              <a:ext cx="320700" cy="1256970"/>
              <a:chOff x="1117124" y="5113712"/>
              <a:chExt cx="320700" cy="1256970"/>
            </a:xfrm>
          </p:grpSpPr>
          <p:sp>
            <p:nvSpPr>
              <p:cNvPr id="242" name="Google Shape;242;p43"/>
              <p:cNvSpPr/>
              <p:nvPr/>
            </p:nvSpPr>
            <p:spPr>
              <a:xfrm>
                <a:off x="1117124" y="5113712"/>
                <a:ext cx="320700" cy="502800"/>
              </a:xfrm>
              <a:prstGeom prst="triangle">
                <a:avLst>
                  <a:gd fmla="val 50000" name="adj"/>
                </a:avLst>
              </a:prstGeom>
              <a:noFill/>
              <a:ln cap="flat" cmpd="sng" w="28575">
                <a:solidFill>
                  <a:srgbClr val="0390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43"/>
              <p:cNvSpPr/>
              <p:nvPr/>
            </p:nvSpPr>
            <p:spPr>
              <a:xfrm rot="10800000">
                <a:off x="1117437" y="5867582"/>
                <a:ext cx="320100" cy="503100"/>
              </a:xfrm>
              <a:prstGeom prst="triangle">
                <a:avLst>
                  <a:gd fmla="val 50000" name="adj"/>
                </a:avLst>
              </a:prstGeom>
              <a:noFill/>
              <a:ln cap="flat" cmpd="sng" w="28575">
                <a:solidFill>
                  <a:srgbClr val="0390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4" name="Google Shape;244;p43"/>
            <p:cNvGrpSpPr/>
            <p:nvPr/>
          </p:nvGrpSpPr>
          <p:grpSpPr>
            <a:xfrm rot="5400000">
              <a:off x="1106342" y="5113713"/>
              <a:ext cx="320700" cy="1256970"/>
              <a:chOff x="1117124" y="5113712"/>
              <a:chExt cx="320700" cy="1256970"/>
            </a:xfrm>
          </p:grpSpPr>
          <p:sp>
            <p:nvSpPr>
              <p:cNvPr id="245" name="Google Shape;245;p43"/>
              <p:cNvSpPr/>
              <p:nvPr/>
            </p:nvSpPr>
            <p:spPr>
              <a:xfrm>
                <a:off x="1117124" y="5113712"/>
                <a:ext cx="320700" cy="502800"/>
              </a:xfrm>
              <a:prstGeom prst="triangle">
                <a:avLst>
                  <a:gd fmla="val 50000" name="adj"/>
                </a:avLst>
              </a:prstGeom>
              <a:noFill/>
              <a:ln cap="flat" cmpd="sng" w="28575">
                <a:solidFill>
                  <a:srgbClr val="0390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43"/>
              <p:cNvSpPr/>
              <p:nvPr/>
            </p:nvSpPr>
            <p:spPr>
              <a:xfrm rot="10800000">
                <a:off x="1117437" y="5867582"/>
                <a:ext cx="320100" cy="503100"/>
              </a:xfrm>
              <a:prstGeom prst="triangle">
                <a:avLst>
                  <a:gd fmla="val 50000" name="adj"/>
                </a:avLst>
              </a:prstGeom>
              <a:noFill/>
              <a:ln cap="flat" cmpd="sng" w="28575">
                <a:solidFill>
                  <a:srgbClr val="0390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47" name="Google Shape;247;p43"/>
          <p:cNvSpPr txBox="1"/>
          <p:nvPr/>
        </p:nvSpPr>
        <p:spPr>
          <a:xfrm>
            <a:off x="10619096" y="472179"/>
            <a:ext cx="1496700" cy="280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CA" sz="2400" u="none" cap="none" strike="noStrike">
                <a:solidFill>
                  <a:srgbClr val="FFFFFF"/>
                </a:solidFill>
                <a:latin typeface="Arial"/>
                <a:ea typeface="Arial"/>
                <a:cs typeface="Arial"/>
                <a:sym typeface="Arial"/>
              </a:rPr>
              <a:t>Explore</a:t>
            </a:r>
            <a:endParaRPr b="1" i="0" sz="2400" u="none" cap="none" strike="noStrike">
              <a:solidFill>
                <a:srgbClr val="FFFFFF"/>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51" name="Shape 251"/>
        <p:cNvGrpSpPr/>
        <p:nvPr/>
      </p:nvGrpSpPr>
      <p:grpSpPr>
        <a:xfrm>
          <a:off x="0" y="0"/>
          <a:ext cx="0" cy="0"/>
          <a:chOff x="0" y="0"/>
          <a:chExt cx="0" cy="0"/>
        </a:xfrm>
      </p:grpSpPr>
      <p:grpSp>
        <p:nvGrpSpPr>
          <p:cNvPr id="252" name="Google Shape;252;p44"/>
          <p:cNvGrpSpPr/>
          <p:nvPr/>
        </p:nvGrpSpPr>
        <p:grpSpPr>
          <a:xfrm>
            <a:off x="0" y="-21475"/>
            <a:ext cx="12207300" cy="6879476"/>
            <a:chOff x="0" y="-21475"/>
            <a:chExt cx="12207300" cy="6879476"/>
          </a:xfrm>
        </p:grpSpPr>
        <p:sp>
          <p:nvSpPr>
            <p:cNvPr id="253" name="Google Shape;253;p44"/>
            <p:cNvSpPr/>
            <p:nvPr/>
          </p:nvSpPr>
          <p:spPr>
            <a:xfrm>
              <a:off x="5590500" y="-21475"/>
              <a:ext cx="6616800" cy="6858000"/>
            </a:xfrm>
            <a:prstGeom prst="rect">
              <a:avLst/>
            </a:prstGeom>
            <a:gradFill>
              <a:gsLst>
                <a:gs pos="0">
                  <a:srgbClr val="F3F3F3">
                    <a:alpha val="65882"/>
                  </a:srgbClr>
                </a:gs>
                <a:gs pos="100000">
                  <a:srgbClr val="FFFF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54" name="Google Shape;254;p44"/>
            <p:cNvPicPr preferRelativeResize="0"/>
            <p:nvPr/>
          </p:nvPicPr>
          <p:blipFill rotWithShape="1">
            <a:blip r:embed="rId3">
              <a:alphaModFix/>
            </a:blip>
            <a:srcRect b="0" l="0" r="0" t="0"/>
            <a:stretch/>
          </p:blipFill>
          <p:spPr>
            <a:xfrm rot="-5400000">
              <a:off x="-599325" y="599325"/>
              <a:ext cx="6858001" cy="5659350"/>
            </a:xfrm>
            <a:prstGeom prst="rect">
              <a:avLst/>
            </a:prstGeom>
            <a:noFill/>
            <a:ln>
              <a:noFill/>
            </a:ln>
          </p:spPr>
        </p:pic>
      </p:grpSp>
      <p:sp>
        <p:nvSpPr>
          <p:cNvPr id="255" name="Google Shape;255;p44"/>
          <p:cNvSpPr txBox="1"/>
          <p:nvPr>
            <p:ph idx="1" type="body"/>
          </p:nvPr>
        </p:nvSpPr>
        <p:spPr>
          <a:xfrm>
            <a:off x="2144370" y="733525"/>
            <a:ext cx="11067900" cy="35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E6EBF"/>
              </a:buClr>
              <a:buSzPts val="1900"/>
              <a:buFont typeface="Arial"/>
              <a:buNone/>
            </a:pPr>
            <a:r>
              <a:rPr b="1" i="0" lang="en-CA" sz="1900" u="none" cap="none" strike="noStrike">
                <a:solidFill>
                  <a:srgbClr val="004C3F"/>
                </a:solidFill>
                <a:latin typeface="Roboto"/>
                <a:ea typeface="Roboto"/>
                <a:cs typeface="Roboto"/>
                <a:sym typeface="Roboto"/>
              </a:rPr>
              <a:t>TLDR: Craft Content to Address the Need. Build the ‘THING’  and Iterate</a:t>
            </a:r>
            <a:endParaRPr b="1" i="0" sz="1900" u="none" cap="none" strike="noStrike">
              <a:solidFill>
                <a:srgbClr val="004C3F"/>
              </a:solidFill>
              <a:latin typeface="Roboto"/>
              <a:ea typeface="Roboto"/>
              <a:cs typeface="Roboto"/>
              <a:sym typeface="Roboto"/>
            </a:endParaRPr>
          </a:p>
          <a:p>
            <a:pPr indent="0" lvl="0" marL="0" marR="0" rtl="0" algn="l">
              <a:lnSpc>
                <a:spcPct val="100000"/>
              </a:lnSpc>
              <a:spcBef>
                <a:spcPts val="1300"/>
              </a:spcBef>
              <a:spcAft>
                <a:spcPts val="1300"/>
              </a:spcAft>
              <a:buClr>
                <a:srgbClr val="5E6EBF"/>
              </a:buClr>
              <a:buSzPts val="1900"/>
              <a:buFont typeface="Arial"/>
              <a:buNone/>
            </a:pPr>
            <a:r>
              <a:t/>
            </a:r>
            <a:endParaRPr b="1" i="0" sz="1900" u="none" cap="none" strike="noStrike">
              <a:solidFill>
                <a:srgbClr val="004C3F"/>
              </a:solidFill>
              <a:latin typeface="Roboto"/>
              <a:ea typeface="Roboto"/>
              <a:cs typeface="Roboto"/>
              <a:sym typeface="Roboto"/>
            </a:endParaRPr>
          </a:p>
        </p:txBody>
      </p:sp>
      <p:sp>
        <p:nvSpPr>
          <p:cNvPr id="256" name="Google Shape;256;p44"/>
          <p:cNvSpPr/>
          <p:nvPr/>
        </p:nvSpPr>
        <p:spPr>
          <a:xfrm rot="8227296">
            <a:off x="4516076" y="2732742"/>
            <a:ext cx="1804996" cy="1833278"/>
          </a:xfrm>
          <a:prstGeom prst="arc">
            <a:avLst>
              <a:gd fmla="val 14932957" name="adj1"/>
              <a:gd fmla="val 495137" name="adj2"/>
            </a:avLst>
          </a:prstGeom>
          <a:noFill/>
          <a:ln cap="flat" cmpd="sng" w="57150">
            <a:solidFill>
              <a:srgbClr val="C43256"/>
            </a:solidFill>
            <a:prstDash val="solid"/>
            <a:miter lim="800000"/>
            <a:headEnd len="sm" w="sm" type="none"/>
            <a:tailEnd len="med" w="med" type="stealth"/>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alibri"/>
              <a:ea typeface="Calibri"/>
              <a:cs typeface="Calibri"/>
              <a:sym typeface="Calibri"/>
            </a:endParaRPr>
          </a:p>
        </p:txBody>
      </p:sp>
      <p:sp>
        <p:nvSpPr>
          <p:cNvPr id="257" name="Google Shape;257;p44"/>
          <p:cNvSpPr txBox="1"/>
          <p:nvPr/>
        </p:nvSpPr>
        <p:spPr>
          <a:xfrm>
            <a:off x="1786402" y="1575564"/>
            <a:ext cx="2043300" cy="864000"/>
          </a:xfrm>
          <a:prstGeom prst="rect">
            <a:avLst/>
          </a:prstGeom>
          <a:noFill/>
          <a:ln>
            <a:noFill/>
          </a:ln>
        </p:spPr>
        <p:txBody>
          <a:bodyPr anchorCtr="0" anchor="ctr" bIns="72375" lIns="72375" spcFirstLastPara="1" rIns="72375" wrap="square" tIns="72375">
            <a:noAutofit/>
          </a:bodyPr>
          <a:lstStyle/>
          <a:p>
            <a:pPr indent="0" lvl="0" marL="0" marR="0" rtl="0" algn="ctr">
              <a:lnSpc>
                <a:spcPct val="90000"/>
              </a:lnSpc>
              <a:spcBef>
                <a:spcPts val="0"/>
              </a:spcBef>
              <a:spcAft>
                <a:spcPts val="0"/>
              </a:spcAft>
              <a:buNone/>
            </a:pPr>
            <a:r>
              <a:rPr b="1" i="0" lang="en-CA" sz="2400" u="none" cap="none" strike="noStrike">
                <a:solidFill>
                  <a:srgbClr val="434343"/>
                </a:solidFill>
                <a:latin typeface="Roboto"/>
                <a:ea typeface="Roboto"/>
                <a:cs typeface="Roboto"/>
                <a:sym typeface="Roboto"/>
              </a:rPr>
              <a:t>PROTOTYPE</a:t>
            </a:r>
            <a:endParaRPr/>
          </a:p>
          <a:p>
            <a:pPr indent="0" lvl="0" marL="0" marR="0" rtl="0" algn="ctr">
              <a:lnSpc>
                <a:spcPct val="90000"/>
              </a:lnSpc>
              <a:spcBef>
                <a:spcPts val="0"/>
              </a:spcBef>
              <a:spcAft>
                <a:spcPts val="0"/>
              </a:spcAft>
              <a:buNone/>
            </a:pPr>
            <a:r>
              <a:rPr b="1" i="0" lang="en-CA" sz="1800" u="none" cap="none" strike="noStrike">
                <a:solidFill>
                  <a:srgbClr val="434343"/>
                </a:solidFill>
                <a:latin typeface="Roboto"/>
                <a:ea typeface="Roboto"/>
                <a:cs typeface="Roboto"/>
                <a:sym typeface="Roboto"/>
              </a:rPr>
              <a:t>(evaluate)</a:t>
            </a:r>
            <a:endParaRPr b="1" i="0" sz="2400" u="none" cap="none" strike="noStrike">
              <a:solidFill>
                <a:srgbClr val="434343"/>
              </a:solidFill>
              <a:latin typeface="Roboto"/>
              <a:ea typeface="Roboto"/>
              <a:cs typeface="Roboto"/>
              <a:sym typeface="Roboto"/>
            </a:endParaRPr>
          </a:p>
        </p:txBody>
      </p:sp>
      <p:sp>
        <p:nvSpPr>
          <p:cNvPr id="258" name="Google Shape;258;p44"/>
          <p:cNvSpPr/>
          <p:nvPr/>
        </p:nvSpPr>
        <p:spPr>
          <a:xfrm>
            <a:off x="1453374" y="2007530"/>
            <a:ext cx="2735700" cy="2555400"/>
          </a:xfrm>
          <a:custGeom>
            <a:rect b="b" l="l" r="r" t="t"/>
            <a:pathLst>
              <a:path extrusionOk="0" h="120000" w="120000">
                <a:moveTo>
                  <a:pt x="103882" y="19081"/>
                </a:moveTo>
                <a:lnTo>
                  <a:pt x="103882" y="19081"/>
                </a:lnTo>
                <a:cubicBezTo>
                  <a:pt x="113109" y="28976"/>
                  <a:pt x="118721" y="41699"/>
                  <a:pt x="119806" y="55185"/>
                </a:cubicBezTo>
              </a:path>
            </a:pathLst>
          </a:custGeom>
          <a:noFill/>
          <a:ln cap="flat" cmpd="sng" w="57150">
            <a:solidFill>
              <a:srgbClr val="C43256"/>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59" name="Google Shape;259;p44"/>
          <p:cNvSpPr txBox="1"/>
          <p:nvPr/>
        </p:nvSpPr>
        <p:spPr>
          <a:xfrm>
            <a:off x="3267641" y="3492176"/>
            <a:ext cx="1476900" cy="864000"/>
          </a:xfrm>
          <a:prstGeom prst="rect">
            <a:avLst/>
          </a:prstGeom>
          <a:noFill/>
          <a:ln>
            <a:noFill/>
          </a:ln>
        </p:spPr>
        <p:txBody>
          <a:bodyPr anchorCtr="0" anchor="ctr" bIns="72375" lIns="72375" spcFirstLastPara="1" rIns="72375" wrap="square" tIns="72375">
            <a:noAutofit/>
          </a:bodyPr>
          <a:lstStyle/>
          <a:p>
            <a:pPr indent="0" lvl="0" marL="0" marR="0" rtl="0" algn="ctr">
              <a:lnSpc>
                <a:spcPct val="90000"/>
              </a:lnSpc>
              <a:spcBef>
                <a:spcPts val="0"/>
              </a:spcBef>
              <a:spcAft>
                <a:spcPts val="0"/>
              </a:spcAft>
              <a:buClr>
                <a:srgbClr val="262626"/>
              </a:buClr>
              <a:buSzPts val="1900"/>
              <a:buFont typeface="Calibri"/>
              <a:buNone/>
            </a:pPr>
            <a:r>
              <a:rPr b="1" i="0" lang="en-CA" sz="2400" u="none" cap="none" strike="noStrike">
                <a:solidFill>
                  <a:srgbClr val="434343"/>
                </a:solidFill>
                <a:latin typeface="Roboto"/>
                <a:ea typeface="Roboto"/>
                <a:cs typeface="Roboto"/>
                <a:sym typeface="Roboto"/>
              </a:rPr>
              <a:t>ITERATE</a:t>
            </a:r>
            <a:endParaRPr b="0" i="0" sz="2400" u="none" cap="none" strike="noStrike">
              <a:solidFill>
                <a:srgbClr val="434343"/>
              </a:solidFill>
              <a:latin typeface="Roboto"/>
              <a:ea typeface="Roboto"/>
              <a:cs typeface="Roboto"/>
              <a:sym typeface="Roboto"/>
            </a:endParaRPr>
          </a:p>
        </p:txBody>
      </p:sp>
      <p:sp>
        <p:nvSpPr>
          <p:cNvPr id="260" name="Google Shape;260;p44"/>
          <p:cNvSpPr/>
          <p:nvPr/>
        </p:nvSpPr>
        <p:spPr>
          <a:xfrm>
            <a:off x="1453374" y="2007530"/>
            <a:ext cx="2735700" cy="2555400"/>
          </a:xfrm>
          <a:custGeom>
            <a:rect b="b" l="l" r="r" t="t"/>
            <a:pathLst>
              <a:path extrusionOk="0" h="120000" w="120000">
                <a:moveTo>
                  <a:pt x="78428" y="117100"/>
                </a:moveTo>
                <a:cubicBezTo>
                  <a:pt x="66447" y="120967"/>
                  <a:pt x="53553" y="120967"/>
                  <a:pt x="41571" y="117100"/>
                </a:cubicBezTo>
              </a:path>
            </a:pathLst>
          </a:custGeom>
          <a:noFill/>
          <a:ln cap="flat" cmpd="sng" w="57150">
            <a:solidFill>
              <a:srgbClr val="C43256"/>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61" name="Google Shape;261;p44"/>
          <p:cNvSpPr txBox="1"/>
          <p:nvPr/>
        </p:nvSpPr>
        <p:spPr>
          <a:xfrm>
            <a:off x="898201" y="3492176"/>
            <a:ext cx="1476900" cy="864000"/>
          </a:xfrm>
          <a:prstGeom prst="rect">
            <a:avLst/>
          </a:prstGeom>
          <a:noFill/>
          <a:ln>
            <a:noFill/>
          </a:ln>
        </p:spPr>
        <p:txBody>
          <a:bodyPr anchorCtr="0" anchor="ctr" bIns="72375" lIns="72375" spcFirstLastPara="1" rIns="72375" wrap="square" tIns="72375">
            <a:noAutofit/>
          </a:bodyPr>
          <a:lstStyle/>
          <a:p>
            <a:pPr indent="0" lvl="0" marL="0" marR="0" rtl="0" algn="ctr">
              <a:lnSpc>
                <a:spcPct val="90000"/>
              </a:lnSpc>
              <a:spcBef>
                <a:spcPts val="0"/>
              </a:spcBef>
              <a:spcAft>
                <a:spcPts val="0"/>
              </a:spcAft>
              <a:buClr>
                <a:srgbClr val="262626"/>
              </a:buClr>
              <a:buSzPts val="1900"/>
              <a:buFont typeface="Calibri"/>
              <a:buNone/>
            </a:pPr>
            <a:r>
              <a:rPr b="1" i="0" lang="en-CA" sz="2400" u="none" cap="none" strike="noStrike">
                <a:solidFill>
                  <a:srgbClr val="434343"/>
                </a:solidFill>
                <a:latin typeface="Roboto"/>
                <a:ea typeface="Roboto"/>
                <a:cs typeface="Roboto"/>
                <a:sym typeface="Roboto"/>
              </a:rPr>
              <a:t>DESIGN</a:t>
            </a:r>
            <a:endParaRPr b="0" i="0" sz="2400" u="none" cap="none" strike="noStrike">
              <a:solidFill>
                <a:srgbClr val="434343"/>
              </a:solidFill>
              <a:latin typeface="Roboto"/>
              <a:ea typeface="Roboto"/>
              <a:cs typeface="Roboto"/>
              <a:sym typeface="Roboto"/>
            </a:endParaRPr>
          </a:p>
        </p:txBody>
      </p:sp>
      <p:sp>
        <p:nvSpPr>
          <p:cNvPr id="262" name="Google Shape;262;p44"/>
          <p:cNvSpPr/>
          <p:nvPr/>
        </p:nvSpPr>
        <p:spPr>
          <a:xfrm>
            <a:off x="1453374" y="2007530"/>
            <a:ext cx="2735700" cy="2555400"/>
          </a:xfrm>
          <a:custGeom>
            <a:rect b="b" l="l" r="r" t="t"/>
            <a:pathLst>
              <a:path extrusionOk="0" h="120000" w="120000">
                <a:moveTo>
                  <a:pt x="194" y="55184"/>
                </a:moveTo>
                <a:lnTo>
                  <a:pt x="194" y="55184"/>
                </a:lnTo>
                <a:cubicBezTo>
                  <a:pt x="1280" y="41698"/>
                  <a:pt x="6892" y="28975"/>
                  <a:pt x="16118" y="19080"/>
                </a:cubicBezTo>
              </a:path>
            </a:pathLst>
          </a:custGeom>
          <a:noFill/>
          <a:ln cap="flat" cmpd="sng" w="57150">
            <a:solidFill>
              <a:srgbClr val="C43256"/>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63" name="Google Shape;263;p44"/>
          <p:cNvSpPr txBox="1"/>
          <p:nvPr/>
        </p:nvSpPr>
        <p:spPr>
          <a:xfrm>
            <a:off x="7089867" y="1532002"/>
            <a:ext cx="2106000" cy="864000"/>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None/>
            </a:pPr>
            <a:r>
              <a:rPr b="1" i="0" lang="en-CA" sz="2400" u="none" cap="none" strike="noStrike">
                <a:solidFill>
                  <a:srgbClr val="434343"/>
                </a:solidFill>
                <a:latin typeface="Roboto"/>
                <a:ea typeface="Roboto"/>
                <a:cs typeface="Roboto"/>
                <a:sym typeface="Roboto"/>
              </a:rPr>
              <a:t>PROTOTYPE</a:t>
            </a:r>
            <a:endParaRPr/>
          </a:p>
          <a:p>
            <a:pPr indent="0" lvl="0" marL="0" marR="0" rtl="0" algn="ctr">
              <a:lnSpc>
                <a:spcPct val="90000"/>
              </a:lnSpc>
              <a:spcBef>
                <a:spcPts val="0"/>
              </a:spcBef>
              <a:spcAft>
                <a:spcPts val="0"/>
              </a:spcAft>
              <a:buNone/>
            </a:pPr>
            <a:r>
              <a:rPr b="1" i="0" lang="en-CA" sz="1800" u="none" cap="none" strike="noStrike">
                <a:solidFill>
                  <a:srgbClr val="434343"/>
                </a:solidFill>
                <a:latin typeface="Roboto"/>
                <a:ea typeface="Roboto"/>
                <a:cs typeface="Roboto"/>
                <a:sym typeface="Roboto"/>
              </a:rPr>
              <a:t>(evaluate)</a:t>
            </a:r>
            <a:endParaRPr b="0" i="0" sz="2400" u="none" cap="none" strike="noStrike">
              <a:solidFill>
                <a:srgbClr val="434343"/>
              </a:solidFill>
              <a:latin typeface="Roboto"/>
              <a:ea typeface="Roboto"/>
              <a:cs typeface="Roboto"/>
              <a:sym typeface="Roboto"/>
            </a:endParaRPr>
          </a:p>
        </p:txBody>
      </p:sp>
      <p:sp>
        <p:nvSpPr>
          <p:cNvPr id="264" name="Google Shape;264;p44"/>
          <p:cNvSpPr/>
          <p:nvPr/>
        </p:nvSpPr>
        <p:spPr>
          <a:xfrm>
            <a:off x="6741978" y="1963869"/>
            <a:ext cx="2735700" cy="2555400"/>
          </a:xfrm>
          <a:custGeom>
            <a:rect b="b" l="l" r="r" t="t"/>
            <a:pathLst>
              <a:path extrusionOk="0" h="120000" w="120000">
                <a:moveTo>
                  <a:pt x="103882" y="19081"/>
                </a:moveTo>
                <a:lnTo>
                  <a:pt x="103882" y="19081"/>
                </a:lnTo>
                <a:cubicBezTo>
                  <a:pt x="113109" y="28976"/>
                  <a:pt x="118721" y="41699"/>
                  <a:pt x="119806" y="55185"/>
                </a:cubicBezTo>
              </a:path>
            </a:pathLst>
          </a:custGeom>
          <a:noFill/>
          <a:ln cap="flat" cmpd="sng" w="57150">
            <a:solidFill>
              <a:srgbClr val="C43256"/>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65" name="Google Shape;265;p44"/>
          <p:cNvSpPr txBox="1"/>
          <p:nvPr/>
        </p:nvSpPr>
        <p:spPr>
          <a:xfrm>
            <a:off x="8015736" y="3448519"/>
            <a:ext cx="1943700" cy="864000"/>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rgbClr val="262626"/>
              </a:buClr>
              <a:buSzPts val="1800"/>
              <a:buFont typeface="Calibri"/>
              <a:buNone/>
            </a:pPr>
            <a:r>
              <a:rPr b="1" i="0" lang="en-CA" sz="2400" u="none" cap="none" strike="noStrike">
                <a:solidFill>
                  <a:srgbClr val="262626"/>
                </a:solidFill>
                <a:latin typeface="Roboto"/>
                <a:ea typeface="Roboto"/>
                <a:cs typeface="Roboto"/>
                <a:sym typeface="Roboto"/>
              </a:rPr>
              <a:t>ITERATE</a:t>
            </a:r>
            <a:endParaRPr b="0" i="0" sz="2400" u="none" cap="none" strike="noStrike">
              <a:solidFill>
                <a:srgbClr val="000000"/>
              </a:solidFill>
              <a:latin typeface="Roboto"/>
              <a:ea typeface="Roboto"/>
              <a:cs typeface="Roboto"/>
              <a:sym typeface="Roboto"/>
            </a:endParaRPr>
          </a:p>
        </p:txBody>
      </p:sp>
      <p:sp>
        <p:nvSpPr>
          <p:cNvPr id="266" name="Google Shape;266;p44"/>
          <p:cNvSpPr/>
          <p:nvPr/>
        </p:nvSpPr>
        <p:spPr>
          <a:xfrm>
            <a:off x="6741978" y="1963869"/>
            <a:ext cx="2735700" cy="2555400"/>
          </a:xfrm>
          <a:custGeom>
            <a:rect b="b" l="l" r="r" t="t"/>
            <a:pathLst>
              <a:path extrusionOk="0" h="120000" w="120000">
                <a:moveTo>
                  <a:pt x="78428" y="117100"/>
                </a:moveTo>
                <a:cubicBezTo>
                  <a:pt x="66447" y="120967"/>
                  <a:pt x="53553" y="120967"/>
                  <a:pt x="41571" y="117100"/>
                </a:cubicBezTo>
              </a:path>
            </a:pathLst>
          </a:custGeom>
          <a:noFill/>
          <a:ln cap="flat" cmpd="sng" w="57150">
            <a:solidFill>
              <a:srgbClr val="C43256"/>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67" name="Google Shape;267;p44"/>
          <p:cNvSpPr txBox="1"/>
          <p:nvPr/>
        </p:nvSpPr>
        <p:spPr>
          <a:xfrm>
            <a:off x="6186818" y="3448516"/>
            <a:ext cx="1713900" cy="864000"/>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rgbClr val="262626"/>
              </a:buClr>
              <a:buSzPts val="1800"/>
              <a:buFont typeface="Calibri"/>
              <a:buNone/>
            </a:pPr>
            <a:r>
              <a:rPr b="1" i="0" lang="en-CA" sz="2400" u="none" cap="none" strike="noStrike">
                <a:solidFill>
                  <a:srgbClr val="434343"/>
                </a:solidFill>
                <a:latin typeface="Roboto"/>
                <a:ea typeface="Roboto"/>
                <a:cs typeface="Roboto"/>
                <a:sym typeface="Roboto"/>
              </a:rPr>
              <a:t>DEVELOP</a:t>
            </a:r>
            <a:endParaRPr b="0" i="0" sz="2400" u="none" cap="none" strike="noStrike">
              <a:solidFill>
                <a:srgbClr val="434343"/>
              </a:solidFill>
              <a:latin typeface="Roboto"/>
              <a:ea typeface="Roboto"/>
              <a:cs typeface="Roboto"/>
              <a:sym typeface="Roboto"/>
            </a:endParaRPr>
          </a:p>
        </p:txBody>
      </p:sp>
      <p:sp>
        <p:nvSpPr>
          <p:cNvPr id="268" name="Google Shape;268;p44"/>
          <p:cNvSpPr/>
          <p:nvPr/>
        </p:nvSpPr>
        <p:spPr>
          <a:xfrm>
            <a:off x="6741978" y="1963869"/>
            <a:ext cx="2735700" cy="2555400"/>
          </a:xfrm>
          <a:custGeom>
            <a:rect b="b" l="l" r="r" t="t"/>
            <a:pathLst>
              <a:path extrusionOk="0" h="120000" w="120000">
                <a:moveTo>
                  <a:pt x="194" y="55184"/>
                </a:moveTo>
                <a:lnTo>
                  <a:pt x="194" y="55184"/>
                </a:lnTo>
                <a:cubicBezTo>
                  <a:pt x="1280" y="41698"/>
                  <a:pt x="6892" y="28975"/>
                  <a:pt x="16118" y="19080"/>
                </a:cubicBezTo>
              </a:path>
            </a:pathLst>
          </a:custGeom>
          <a:noFill/>
          <a:ln cap="flat" cmpd="sng" w="57150">
            <a:solidFill>
              <a:srgbClr val="C43256"/>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69" name="Google Shape;269;p44"/>
          <p:cNvSpPr/>
          <p:nvPr/>
        </p:nvSpPr>
        <p:spPr>
          <a:xfrm rot="-1957193">
            <a:off x="4481637" y="2896338"/>
            <a:ext cx="1826503" cy="1808686"/>
          </a:xfrm>
          <a:prstGeom prst="arc">
            <a:avLst>
              <a:gd fmla="val 14932957" name="adj1"/>
              <a:gd fmla="val 495137" name="adj2"/>
            </a:avLst>
          </a:prstGeom>
          <a:noFill/>
          <a:ln cap="flat" cmpd="sng" w="57150">
            <a:solidFill>
              <a:srgbClr val="C43256"/>
            </a:solidFill>
            <a:prstDash val="solid"/>
            <a:miter lim="800000"/>
            <a:headEnd len="sm" w="sm" type="none"/>
            <a:tailEnd len="med" w="med" type="stealth"/>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alibri"/>
              <a:ea typeface="Calibri"/>
              <a:cs typeface="Calibri"/>
              <a:sym typeface="Calibri"/>
            </a:endParaRPr>
          </a:p>
        </p:txBody>
      </p:sp>
      <p:sp>
        <p:nvSpPr>
          <p:cNvPr id="270" name="Google Shape;270;p44"/>
          <p:cNvSpPr/>
          <p:nvPr/>
        </p:nvSpPr>
        <p:spPr>
          <a:xfrm rot="-539628">
            <a:off x="9745700" y="3680140"/>
            <a:ext cx="1435448" cy="1394108"/>
          </a:xfrm>
          <a:prstGeom prst="arc">
            <a:avLst>
              <a:gd fmla="val 14932957" name="adj1"/>
              <a:gd fmla="val 3337678" name="adj2"/>
            </a:avLst>
          </a:prstGeom>
          <a:solidFill>
            <a:schemeClr val="lt1"/>
          </a:solidFill>
          <a:ln cap="flat" cmpd="sng" w="57150">
            <a:solidFill>
              <a:srgbClr val="008060"/>
            </a:solidFill>
            <a:prstDash val="solid"/>
            <a:miter lim="800000"/>
            <a:headEnd len="sm" w="sm" type="none"/>
            <a:tailEnd len="med" w="med" type="stealth"/>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alibri"/>
              <a:ea typeface="Calibri"/>
              <a:cs typeface="Calibri"/>
              <a:sym typeface="Calibri"/>
            </a:endParaRPr>
          </a:p>
        </p:txBody>
      </p:sp>
      <p:grpSp>
        <p:nvGrpSpPr>
          <p:cNvPr id="271" name="Google Shape;271;p44"/>
          <p:cNvGrpSpPr/>
          <p:nvPr/>
        </p:nvGrpSpPr>
        <p:grpSpPr>
          <a:xfrm>
            <a:off x="183659" y="263438"/>
            <a:ext cx="1878879" cy="1262620"/>
            <a:chOff x="6873382" y="4574961"/>
            <a:chExt cx="3345582" cy="2248254"/>
          </a:xfrm>
        </p:grpSpPr>
        <p:grpSp>
          <p:nvGrpSpPr>
            <p:cNvPr id="272" name="Google Shape;272;p44"/>
            <p:cNvGrpSpPr/>
            <p:nvPr/>
          </p:nvGrpSpPr>
          <p:grpSpPr>
            <a:xfrm>
              <a:off x="7957589" y="4574961"/>
              <a:ext cx="1289776" cy="1283794"/>
              <a:chOff x="5899900" y="4575175"/>
              <a:chExt cx="1558642" cy="1551600"/>
            </a:xfrm>
          </p:grpSpPr>
          <p:sp>
            <p:nvSpPr>
              <p:cNvPr id="273" name="Google Shape;273;p44"/>
              <p:cNvSpPr/>
              <p:nvPr/>
            </p:nvSpPr>
            <p:spPr>
              <a:xfrm>
                <a:off x="5899900" y="4575175"/>
                <a:ext cx="1551600" cy="1551600"/>
              </a:xfrm>
              <a:prstGeom prst="ellipse">
                <a:avLst/>
              </a:prstGeom>
              <a:solidFill>
                <a:srgbClr val="008060"/>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2100"/>
                  <a:buFont typeface="Arial"/>
                  <a:buNone/>
                </a:pPr>
                <a:r>
                  <a:t/>
                </a:r>
                <a:endParaRPr b="1" i="0" sz="2100" u="none" cap="none" strike="noStrike">
                  <a:solidFill>
                    <a:srgbClr val="FFFFFF"/>
                  </a:solidFill>
                  <a:latin typeface="Arial"/>
                  <a:ea typeface="Arial"/>
                  <a:cs typeface="Arial"/>
                  <a:sym typeface="Arial"/>
                </a:endParaRPr>
              </a:p>
            </p:txBody>
          </p:sp>
          <p:grpSp>
            <p:nvGrpSpPr>
              <p:cNvPr id="274" name="Google Shape;274;p44"/>
              <p:cNvGrpSpPr/>
              <p:nvPr/>
            </p:nvGrpSpPr>
            <p:grpSpPr>
              <a:xfrm>
                <a:off x="6147126" y="4842161"/>
                <a:ext cx="990946" cy="981371"/>
                <a:chOff x="-1144297" y="3385875"/>
                <a:chExt cx="703597" cy="696798"/>
              </a:xfrm>
            </p:grpSpPr>
            <p:sp>
              <p:nvSpPr>
                <p:cNvPr id="275" name="Google Shape;275;p44"/>
                <p:cNvSpPr/>
                <p:nvPr/>
              </p:nvSpPr>
              <p:spPr>
                <a:xfrm>
                  <a:off x="-948900" y="3385875"/>
                  <a:ext cx="355800" cy="348900"/>
                </a:xfrm>
                <a:prstGeom prst="cube">
                  <a:avLst>
                    <a:gd fmla="val 25000" name="adj"/>
                  </a:avLst>
                </a:prstGeom>
                <a:noFill/>
                <a:ln cap="flat" cmpd="sng" w="38100">
                  <a:solidFill>
                    <a:srgbClr val="0390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44"/>
                <p:cNvSpPr/>
                <p:nvPr/>
              </p:nvSpPr>
              <p:spPr>
                <a:xfrm>
                  <a:off x="-796500" y="3723024"/>
                  <a:ext cx="355800" cy="348900"/>
                </a:xfrm>
                <a:prstGeom prst="cube">
                  <a:avLst>
                    <a:gd fmla="val 25000" name="adj"/>
                  </a:avLst>
                </a:prstGeom>
                <a:noFill/>
                <a:ln cap="flat" cmpd="sng" w="38100">
                  <a:solidFill>
                    <a:srgbClr val="0390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44"/>
                <p:cNvSpPr/>
                <p:nvPr/>
              </p:nvSpPr>
              <p:spPr>
                <a:xfrm>
                  <a:off x="-1144297" y="3733773"/>
                  <a:ext cx="355800" cy="348900"/>
                </a:xfrm>
                <a:prstGeom prst="cube">
                  <a:avLst>
                    <a:gd fmla="val 25000" name="adj"/>
                  </a:avLst>
                </a:prstGeom>
                <a:noFill/>
                <a:ln cap="flat" cmpd="sng" w="38100">
                  <a:solidFill>
                    <a:srgbClr val="0390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78" name="Google Shape;278;p44"/>
              <p:cNvSpPr txBox="1"/>
              <p:nvPr/>
            </p:nvSpPr>
            <p:spPr>
              <a:xfrm>
                <a:off x="5961842" y="5047354"/>
                <a:ext cx="1496700" cy="280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CA" sz="1100" u="none" cap="none" strike="noStrike">
                    <a:solidFill>
                      <a:srgbClr val="FFFFFF"/>
                    </a:solidFill>
                    <a:latin typeface="Arial"/>
                    <a:ea typeface="Arial"/>
                    <a:cs typeface="Arial"/>
                    <a:sym typeface="Arial"/>
                  </a:rPr>
                  <a:t>Build</a:t>
                </a:r>
                <a:endParaRPr b="1" i="0" sz="1100" u="none" cap="none" strike="noStrike">
                  <a:solidFill>
                    <a:srgbClr val="FFFFFF"/>
                  </a:solidFill>
                  <a:latin typeface="Arial"/>
                  <a:ea typeface="Arial"/>
                  <a:cs typeface="Arial"/>
                  <a:sym typeface="Arial"/>
                </a:endParaRPr>
              </a:p>
            </p:txBody>
          </p:sp>
        </p:grpSp>
        <p:sp>
          <p:nvSpPr>
            <p:cNvPr id="279" name="Google Shape;279;p44"/>
            <p:cNvSpPr/>
            <p:nvPr/>
          </p:nvSpPr>
          <p:spPr>
            <a:xfrm>
              <a:off x="7786577" y="6343025"/>
              <a:ext cx="1638900" cy="348900"/>
            </a:xfrm>
            <a:prstGeom prst="rect">
              <a:avLst/>
            </a:prstGeom>
            <a:solidFill>
              <a:srgbClr val="00806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CA" sz="1100" u="none" cap="none" strike="noStrike">
                  <a:solidFill>
                    <a:srgbClr val="FFFFFF"/>
                  </a:solidFill>
                  <a:latin typeface="Arial"/>
                  <a:ea typeface="Arial"/>
                  <a:cs typeface="Arial"/>
                  <a:sym typeface="Arial"/>
                </a:rPr>
                <a:t>Release</a:t>
              </a:r>
              <a:endParaRPr b="1" i="0" sz="1100" u="none" cap="none" strike="noStrike">
                <a:solidFill>
                  <a:srgbClr val="FFFFFF"/>
                </a:solidFill>
                <a:latin typeface="Arial"/>
                <a:ea typeface="Arial"/>
                <a:cs typeface="Arial"/>
                <a:sym typeface="Arial"/>
              </a:endParaRPr>
            </a:p>
          </p:txBody>
        </p:sp>
        <p:sp>
          <p:nvSpPr>
            <p:cNvPr id="280" name="Google Shape;280;p44"/>
            <p:cNvSpPr/>
            <p:nvPr/>
          </p:nvSpPr>
          <p:spPr>
            <a:xfrm rot="1524723">
              <a:off x="8748894" y="5214238"/>
              <a:ext cx="1253480" cy="1292074"/>
            </a:xfrm>
            <a:prstGeom prst="arc">
              <a:avLst>
                <a:gd fmla="val 14932957" name="adj1"/>
                <a:gd fmla="val 2813666" name="adj2"/>
              </a:avLst>
            </a:prstGeom>
            <a:noFill/>
            <a:ln cap="flat" cmpd="sng" w="28575">
              <a:solidFill>
                <a:srgbClr val="B7B7B7"/>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alibri"/>
                <a:ea typeface="Calibri"/>
                <a:cs typeface="Calibri"/>
                <a:sym typeface="Calibri"/>
              </a:endParaRPr>
            </a:p>
          </p:txBody>
        </p:sp>
        <p:sp>
          <p:nvSpPr>
            <p:cNvPr id="281" name="Google Shape;281;p44"/>
            <p:cNvSpPr/>
            <p:nvPr/>
          </p:nvSpPr>
          <p:spPr>
            <a:xfrm rot="-8451003">
              <a:off x="7136365" y="5229552"/>
              <a:ext cx="1352811" cy="1314126"/>
            </a:xfrm>
            <a:prstGeom prst="arc">
              <a:avLst>
                <a:gd fmla="val 14932957" name="adj1"/>
                <a:gd fmla="val 2813666" name="adj2"/>
              </a:avLst>
            </a:prstGeom>
            <a:noFill/>
            <a:ln cap="flat" cmpd="sng" w="28575">
              <a:solidFill>
                <a:srgbClr val="B7B7B7"/>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alibri"/>
                <a:ea typeface="Calibri"/>
                <a:cs typeface="Calibri"/>
                <a:sym typeface="Calibri"/>
              </a:endParaRPr>
            </a:p>
          </p:txBody>
        </p:sp>
      </p:grpSp>
      <p:sp>
        <p:nvSpPr>
          <p:cNvPr id="282" name="Google Shape;282;p44"/>
          <p:cNvSpPr txBox="1"/>
          <p:nvPr/>
        </p:nvSpPr>
        <p:spPr>
          <a:xfrm>
            <a:off x="1614971" y="5443382"/>
            <a:ext cx="8550300" cy="400200"/>
          </a:xfrm>
          <a:prstGeom prst="rect">
            <a:avLst/>
          </a:prstGeom>
          <a:solidFill>
            <a:srgbClr val="FFCB67"/>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CA" sz="1800" u="none" cap="none" strike="noStrike">
                <a:solidFill>
                  <a:srgbClr val="FFFFFF"/>
                </a:solidFill>
                <a:latin typeface="Roboto"/>
                <a:ea typeface="Roboto"/>
                <a:cs typeface="Roboto"/>
                <a:sym typeface="Roboto"/>
              </a:rPr>
              <a:t>Alpha                  |                  Beta                  |                  Gold </a:t>
            </a:r>
            <a:endParaRPr b="1" i="0" sz="1400" u="none" cap="none" strike="noStrike">
              <a:solidFill>
                <a:srgbClr val="FFFFFF"/>
              </a:solidFill>
              <a:latin typeface="Roboto"/>
              <a:ea typeface="Roboto"/>
              <a:cs typeface="Roboto"/>
              <a:sym typeface="Roboto"/>
            </a:endParaRPr>
          </a:p>
        </p:txBody>
      </p:sp>
      <p:sp>
        <p:nvSpPr>
          <p:cNvPr id="283" name="Google Shape;283;p44"/>
          <p:cNvSpPr/>
          <p:nvPr/>
        </p:nvSpPr>
        <p:spPr>
          <a:xfrm>
            <a:off x="10089877" y="4953934"/>
            <a:ext cx="1286400" cy="1286400"/>
          </a:xfrm>
          <a:prstGeom prst="ellipse">
            <a:avLst/>
          </a:prstGeom>
          <a:solidFill>
            <a:srgbClr val="FFFFFF"/>
          </a:solidFill>
          <a:ln cap="flat" cmpd="sng" w="38100">
            <a:solidFill>
              <a:srgbClr val="008060"/>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2100"/>
              <a:buFont typeface="Arial"/>
              <a:buNone/>
            </a:pPr>
            <a:r>
              <a:t/>
            </a:r>
            <a:endParaRPr b="1" i="0" sz="2100" u="none" cap="none" strike="noStrike">
              <a:solidFill>
                <a:srgbClr val="FFFFFF"/>
              </a:solidFill>
              <a:latin typeface="Arial"/>
              <a:ea typeface="Arial"/>
              <a:cs typeface="Arial"/>
              <a:sym typeface="Arial"/>
            </a:endParaRPr>
          </a:p>
        </p:txBody>
      </p:sp>
      <p:sp>
        <p:nvSpPr>
          <p:cNvPr id="284" name="Google Shape;284;p44"/>
          <p:cNvSpPr txBox="1"/>
          <p:nvPr/>
        </p:nvSpPr>
        <p:spPr>
          <a:xfrm>
            <a:off x="10117066" y="5301914"/>
            <a:ext cx="1240800" cy="232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600"/>
              <a:buFont typeface="Arial"/>
              <a:buNone/>
            </a:pPr>
            <a:r>
              <a:rPr b="1" i="0" lang="en-CA" sz="2600" u="none" cap="none" strike="noStrike">
                <a:solidFill>
                  <a:srgbClr val="008060"/>
                </a:solidFill>
                <a:latin typeface="Roboto"/>
                <a:ea typeface="Roboto"/>
                <a:cs typeface="Roboto"/>
                <a:sym typeface="Roboto"/>
              </a:rPr>
              <a:t>Done</a:t>
            </a:r>
            <a:endParaRPr b="1" i="0" sz="2600" u="none" cap="none" strike="noStrike">
              <a:solidFill>
                <a:srgbClr val="008060"/>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8" name="Shape 288"/>
        <p:cNvGrpSpPr/>
        <p:nvPr/>
      </p:nvGrpSpPr>
      <p:grpSpPr>
        <a:xfrm>
          <a:off x="0" y="0"/>
          <a:ext cx="0" cy="0"/>
          <a:chOff x="0" y="0"/>
          <a:chExt cx="0" cy="0"/>
        </a:xfrm>
      </p:grpSpPr>
      <p:pic>
        <p:nvPicPr>
          <p:cNvPr id="289" name="Google Shape;289;p45"/>
          <p:cNvPicPr preferRelativeResize="0"/>
          <p:nvPr/>
        </p:nvPicPr>
        <p:blipFill rotWithShape="1">
          <a:blip r:embed="rId3">
            <a:alphaModFix/>
          </a:blip>
          <a:srcRect b="0" l="20231" r="20231" t="0"/>
          <a:stretch/>
        </p:blipFill>
        <p:spPr>
          <a:xfrm>
            <a:off x="0" y="0"/>
            <a:ext cx="6119931" cy="6857999"/>
          </a:xfrm>
          <a:prstGeom prst="rect">
            <a:avLst/>
          </a:prstGeom>
          <a:noFill/>
          <a:ln>
            <a:noFill/>
          </a:ln>
        </p:spPr>
      </p:pic>
      <p:cxnSp>
        <p:nvCxnSpPr>
          <p:cNvPr id="290" name="Google Shape;290;p45"/>
          <p:cNvCxnSpPr/>
          <p:nvPr/>
        </p:nvCxnSpPr>
        <p:spPr>
          <a:xfrm>
            <a:off x="303450" y="423127"/>
            <a:ext cx="0" cy="6176400"/>
          </a:xfrm>
          <a:prstGeom prst="straightConnector1">
            <a:avLst/>
          </a:prstGeom>
          <a:noFill/>
          <a:ln cap="flat" cmpd="sng" w="9525">
            <a:solidFill>
              <a:srgbClr val="FFFFFF"/>
            </a:solidFill>
            <a:prstDash val="solid"/>
            <a:round/>
            <a:headEnd len="sm" w="sm" type="none"/>
            <a:tailEnd len="sm" w="sm" type="none"/>
          </a:ln>
        </p:spPr>
      </p:cxnSp>
      <p:sp>
        <p:nvSpPr>
          <p:cNvPr id="291" name="Google Shape;291;p45"/>
          <p:cNvSpPr txBox="1"/>
          <p:nvPr/>
        </p:nvSpPr>
        <p:spPr>
          <a:xfrm>
            <a:off x="6526050" y="1506900"/>
            <a:ext cx="6290400" cy="1200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Feedback loops</a:t>
            </a: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QA testing</a:t>
            </a: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Fresh eyes</a:t>
            </a: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Sign off </a:t>
            </a:r>
            <a:br>
              <a:rPr b="0" i="0" lang="en-CA" sz="1800" u="none" cap="none" strike="noStrike">
                <a:solidFill>
                  <a:srgbClr val="434343"/>
                </a:solidFill>
                <a:latin typeface="Roboto"/>
                <a:ea typeface="Roboto"/>
                <a:cs typeface="Roboto"/>
                <a:sym typeface="Roboto"/>
              </a:rPr>
            </a:b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Prototype </a:t>
            </a:r>
            <a:r>
              <a:rPr b="0" i="0" lang="en-CA" sz="1000" u="none" cap="none" strike="noStrike">
                <a:solidFill>
                  <a:srgbClr val="434343"/>
                </a:solidFill>
                <a:latin typeface="Roboto"/>
                <a:ea typeface="Roboto"/>
                <a:cs typeface="Roboto"/>
                <a:sym typeface="Roboto"/>
              </a:rPr>
              <a:t>(low or high fidelity)</a:t>
            </a:r>
            <a:endParaRPr b="0" i="0" sz="10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Storyboards  </a:t>
            </a: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Slide deck</a:t>
            </a: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Scripts</a:t>
            </a: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Facilitator guide</a:t>
            </a: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eLearning modules </a:t>
            </a: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Infographics</a:t>
            </a: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Interactive PDFs</a:t>
            </a: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Resources</a:t>
            </a: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Learning Paths</a:t>
            </a:r>
            <a:endParaRPr b="0" i="0" sz="1800" u="none" cap="none" strike="noStrike">
              <a:solidFill>
                <a:srgbClr val="434343"/>
              </a:solidFill>
              <a:latin typeface="Roboto"/>
              <a:ea typeface="Roboto"/>
              <a:cs typeface="Roboto"/>
              <a:sym typeface="Roboto"/>
            </a:endParaRPr>
          </a:p>
          <a:p>
            <a:pPr indent="-342900" lvl="0" marL="457200" marR="0" rtl="0" algn="l">
              <a:lnSpc>
                <a:spcPct val="100000"/>
              </a:lnSpc>
              <a:spcBef>
                <a:spcPts val="0"/>
              </a:spcBef>
              <a:spcAft>
                <a:spcPts val="0"/>
              </a:spcAft>
              <a:buClr>
                <a:srgbClr val="90DFD6"/>
              </a:buClr>
              <a:buSzPts val="1800"/>
              <a:buFont typeface="Roboto"/>
              <a:buChar char="●"/>
            </a:pPr>
            <a:r>
              <a:rPr b="0" i="0" lang="en-CA" sz="1800" u="none" cap="none" strike="noStrike">
                <a:solidFill>
                  <a:srgbClr val="434343"/>
                </a:solidFill>
                <a:latin typeface="Roboto"/>
                <a:ea typeface="Roboto"/>
                <a:cs typeface="Roboto"/>
                <a:sym typeface="Roboto"/>
              </a:rPr>
              <a:t>Microsites etc…</a:t>
            </a:r>
            <a:br>
              <a:rPr b="0" i="0" lang="en-CA" sz="1800" u="none" cap="none" strike="noStrike">
                <a:solidFill>
                  <a:srgbClr val="434343"/>
                </a:solidFill>
                <a:latin typeface="Roboto"/>
                <a:ea typeface="Roboto"/>
                <a:cs typeface="Roboto"/>
                <a:sym typeface="Roboto"/>
              </a:rPr>
            </a:br>
            <a:endParaRPr b="0" i="0" sz="1800" u="none" cap="none" strike="noStrike">
              <a:solidFill>
                <a:srgbClr val="434343"/>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6264C3"/>
              </a:solidFill>
              <a:latin typeface="Roboto"/>
              <a:ea typeface="Roboto"/>
              <a:cs typeface="Roboto"/>
              <a:sym typeface="Roboto"/>
            </a:endParaRPr>
          </a:p>
        </p:txBody>
      </p:sp>
      <p:sp>
        <p:nvSpPr>
          <p:cNvPr id="292" name="Google Shape;292;p45"/>
          <p:cNvSpPr/>
          <p:nvPr/>
        </p:nvSpPr>
        <p:spPr>
          <a:xfrm>
            <a:off x="6145049" y="842125"/>
            <a:ext cx="30129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CA" sz="2000" u="none" cap="none" strike="noStrike">
                <a:solidFill>
                  <a:srgbClr val="E06666"/>
                </a:solidFill>
                <a:latin typeface="Roboto"/>
                <a:ea typeface="Roboto"/>
                <a:cs typeface="Roboto"/>
                <a:sym typeface="Roboto"/>
              </a:rPr>
              <a:t>Outcomes of this phase:</a:t>
            </a:r>
            <a:endParaRPr b="0" i="0" sz="2000" u="none" cap="none" strike="noStrike">
              <a:solidFill>
                <a:srgbClr val="E06666"/>
              </a:solidFill>
              <a:latin typeface="Roboto"/>
              <a:ea typeface="Roboto"/>
              <a:cs typeface="Roboto"/>
              <a:sym typeface="Roboto"/>
            </a:endParaRPr>
          </a:p>
        </p:txBody>
      </p:sp>
      <p:grpSp>
        <p:nvGrpSpPr>
          <p:cNvPr id="293" name="Google Shape;293;p45"/>
          <p:cNvGrpSpPr/>
          <p:nvPr/>
        </p:nvGrpSpPr>
        <p:grpSpPr>
          <a:xfrm>
            <a:off x="183659" y="263438"/>
            <a:ext cx="1878879" cy="1262620"/>
            <a:chOff x="6873382" y="4574961"/>
            <a:chExt cx="3345582" cy="2248254"/>
          </a:xfrm>
        </p:grpSpPr>
        <p:grpSp>
          <p:nvGrpSpPr>
            <p:cNvPr id="294" name="Google Shape;294;p45"/>
            <p:cNvGrpSpPr/>
            <p:nvPr/>
          </p:nvGrpSpPr>
          <p:grpSpPr>
            <a:xfrm>
              <a:off x="7957589" y="4574961"/>
              <a:ext cx="1289776" cy="1283794"/>
              <a:chOff x="5899900" y="4575175"/>
              <a:chExt cx="1558642" cy="1551600"/>
            </a:xfrm>
          </p:grpSpPr>
          <p:sp>
            <p:nvSpPr>
              <p:cNvPr id="295" name="Google Shape;295;p45"/>
              <p:cNvSpPr/>
              <p:nvPr/>
            </p:nvSpPr>
            <p:spPr>
              <a:xfrm>
                <a:off x="5899900" y="4575175"/>
                <a:ext cx="1551600" cy="1551600"/>
              </a:xfrm>
              <a:prstGeom prst="ellipse">
                <a:avLst/>
              </a:prstGeom>
              <a:solidFill>
                <a:srgbClr val="008060"/>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2100"/>
                  <a:buFont typeface="Arial"/>
                  <a:buNone/>
                </a:pPr>
                <a:r>
                  <a:t/>
                </a:r>
                <a:endParaRPr b="1" i="0" sz="2100" u="none" cap="none" strike="noStrike">
                  <a:solidFill>
                    <a:srgbClr val="FFFFFF"/>
                  </a:solidFill>
                  <a:latin typeface="Arial"/>
                  <a:ea typeface="Arial"/>
                  <a:cs typeface="Arial"/>
                  <a:sym typeface="Arial"/>
                </a:endParaRPr>
              </a:p>
            </p:txBody>
          </p:sp>
          <p:grpSp>
            <p:nvGrpSpPr>
              <p:cNvPr id="296" name="Google Shape;296;p45"/>
              <p:cNvGrpSpPr/>
              <p:nvPr/>
            </p:nvGrpSpPr>
            <p:grpSpPr>
              <a:xfrm>
                <a:off x="6147126" y="4842161"/>
                <a:ext cx="990946" cy="981371"/>
                <a:chOff x="-1144297" y="3385875"/>
                <a:chExt cx="703597" cy="696798"/>
              </a:xfrm>
            </p:grpSpPr>
            <p:sp>
              <p:nvSpPr>
                <p:cNvPr id="297" name="Google Shape;297;p45"/>
                <p:cNvSpPr/>
                <p:nvPr/>
              </p:nvSpPr>
              <p:spPr>
                <a:xfrm>
                  <a:off x="-948900" y="3385875"/>
                  <a:ext cx="355800" cy="348900"/>
                </a:xfrm>
                <a:prstGeom prst="cube">
                  <a:avLst>
                    <a:gd fmla="val 25000" name="adj"/>
                  </a:avLst>
                </a:prstGeom>
                <a:noFill/>
                <a:ln cap="flat" cmpd="sng" w="38100">
                  <a:solidFill>
                    <a:srgbClr val="0390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45"/>
                <p:cNvSpPr/>
                <p:nvPr/>
              </p:nvSpPr>
              <p:spPr>
                <a:xfrm>
                  <a:off x="-796500" y="3723024"/>
                  <a:ext cx="355800" cy="348900"/>
                </a:xfrm>
                <a:prstGeom prst="cube">
                  <a:avLst>
                    <a:gd fmla="val 25000" name="adj"/>
                  </a:avLst>
                </a:prstGeom>
                <a:noFill/>
                <a:ln cap="flat" cmpd="sng" w="38100">
                  <a:solidFill>
                    <a:srgbClr val="0390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45"/>
                <p:cNvSpPr/>
                <p:nvPr/>
              </p:nvSpPr>
              <p:spPr>
                <a:xfrm>
                  <a:off x="-1144297" y="3733773"/>
                  <a:ext cx="355800" cy="348900"/>
                </a:xfrm>
                <a:prstGeom prst="cube">
                  <a:avLst>
                    <a:gd fmla="val 25000" name="adj"/>
                  </a:avLst>
                </a:prstGeom>
                <a:noFill/>
                <a:ln cap="flat" cmpd="sng" w="38100">
                  <a:solidFill>
                    <a:srgbClr val="03906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0" name="Google Shape;300;p45"/>
              <p:cNvSpPr txBox="1"/>
              <p:nvPr/>
            </p:nvSpPr>
            <p:spPr>
              <a:xfrm>
                <a:off x="5961842" y="5047354"/>
                <a:ext cx="1496700" cy="280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CA" sz="1100" u="none" cap="none" strike="noStrike">
                    <a:solidFill>
                      <a:srgbClr val="FFFFFF"/>
                    </a:solidFill>
                    <a:latin typeface="Arial"/>
                    <a:ea typeface="Arial"/>
                    <a:cs typeface="Arial"/>
                    <a:sym typeface="Arial"/>
                  </a:rPr>
                  <a:t>Build</a:t>
                </a:r>
                <a:endParaRPr b="1" i="0" sz="1100" u="none" cap="none" strike="noStrike">
                  <a:solidFill>
                    <a:srgbClr val="FFFFFF"/>
                  </a:solidFill>
                  <a:latin typeface="Arial"/>
                  <a:ea typeface="Arial"/>
                  <a:cs typeface="Arial"/>
                  <a:sym typeface="Arial"/>
                </a:endParaRPr>
              </a:p>
            </p:txBody>
          </p:sp>
        </p:grpSp>
        <p:sp>
          <p:nvSpPr>
            <p:cNvPr id="301" name="Google Shape;301;p45"/>
            <p:cNvSpPr/>
            <p:nvPr/>
          </p:nvSpPr>
          <p:spPr>
            <a:xfrm>
              <a:off x="7786577" y="6343025"/>
              <a:ext cx="1638900" cy="348900"/>
            </a:xfrm>
            <a:prstGeom prst="rect">
              <a:avLst/>
            </a:prstGeom>
            <a:solidFill>
              <a:srgbClr val="00806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CA" sz="1100" u="none" cap="none" strike="noStrike">
                  <a:solidFill>
                    <a:srgbClr val="FFFFFF"/>
                  </a:solidFill>
                  <a:latin typeface="Arial"/>
                  <a:ea typeface="Arial"/>
                  <a:cs typeface="Arial"/>
                  <a:sym typeface="Arial"/>
                </a:rPr>
                <a:t>Release</a:t>
              </a:r>
              <a:endParaRPr b="1" i="0" sz="1100" u="none" cap="none" strike="noStrike">
                <a:solidFill>
                  <a:srgbClr val="FFFFFF"/>
                </a:solidFill>
                <a:latin typeface="Arial"/>
                <a:ea typeface="Arial"/>
                <a:cs typeface="Arial"/>
                <a:sym typeface="Arial"/>
              </a:endParaRPr>
            </a:p>
          </p:txBody>
        </p:sp>
        <p:sp>
          <p:nvSpPr>
            <p:cNvPr id="302" name="Google Shape;302;p45"/>
            <p:cNvSpPr/>
            <p:nvPr/>
          </p:nvSpPr>
          <p:spPr>
            <a:xfrm rot="1524723">
              <a:off x="8748894" y="5214238"/>
              <a:ext cx="1253480" cy="1292074"/>
            </a:xfrm>
            <a:prstGeom prst="arc">
              <a:avLst>
                <a:gd fmla="val 14932957" name="adj1"/>
                <a:gd fmla="val 2813666" name="adj2"/>
              </a:avLst>
            </a:prstGeom>
            <a:noFill/>
            <a:ln cap="flat" cmpd="sng" w="28575">
              <a:solidFill>
                <a:srgbClr val="B7B7B7"/>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alibri"/>
                <a:ea typeface="Calibri"/>
                <a:cs typeface="Calibri"/>
                <a:sym typeface="Calibri"/>
              </a:endParaRPr>
            </a:p>
          </p:txBody>
        </p:sp>
        <p:sp>
          <p:nvSpPr>
            <p:cNvPr id="303" name="Google Shape;303;p45"/>
            <p:cNvSpPr/>
            <p:nvPr/>
          </p:nvSpPr>
          <p:spPr>
            <a:xfrm rot="-8451003">
              <a:off x="7136365" y="5229552"/>
              <a:ext cx="1352811" cy="1314126"/>
            </a:xfrm>
            <a:prstGeom prst="arc">
              <a:avLst>
                <a:gd fmla="val 14932957" name="adj1"/>
                <a:gd fmla="val 2813666" name="adj2"/>
              </a:avLst>
            </a:prstGeom>
            <a:noFill/>
            <a:ln cap="flat" cmpd="sng" w="28575">
              <a:solidFill>
                <a:srgbClr val="B7B7B7"/>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alibri"/>
                <a:ea typeface="Calibri"/>
                <a:cs typeface="Calibri"/>
                <a:sym typeface="Calibri"/>
              </a:endParaRPr>
            </a:p>
          </p:txBody>
        </p:sp>
      </p:grpSp>
      <p:sp>
        <p:nvSpPr>
          <p:cNvPr id="304" name="Google Shape;304;p45"/>
          <p:cNvSpPr txBox="1"/>
          <p:nvPr/>
        </p:nvSpPr>
        <p:spPr>
          <a:xfrm rot="5400000">
            <a:off x="3721275" y="4072200"/>
            <a:ext cx="5159100" cy="400200"/>
          </a:xfrm>
          <a:prstGeom prst="rect">
            <a:avLst/>
          </a:prstGeom>
          <a:solidFill>
            <a:srgbClr val="FFCB67"/>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CA" sz="1800" u="none" cap="none" strike="noStrike">
                <a:solidFill>
                  <a:srgbClr val="FFFFFF"/>
                </a:solidFill>
                <a:latin typeface="Roboto"/>
                <a:ea typeface="Roboto"/>
                <a:cs typeface="Roboto"/>
                <a:sym typeface="Roboto"/>
              </a:rPr>
              <a:t>Alpha    |    Beta    |    Gold </a:t>
            </a:r>
            <a:endParaRPr b="1" i="0" sz="1400" u="none" cap="none" strike="noStrike">
              <a:solidFill>
                <a:srgbClr val="FFFFFF"/>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